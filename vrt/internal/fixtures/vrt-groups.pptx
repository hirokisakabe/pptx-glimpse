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r:id="rId1"/>
  </p:sldMasterIdLst>
  <p:sldIdLst>
    <p:sldId id="256" r:id="rId2"/>
  </p:sldIdLst>
  <p:sldSz cx="9144000" cy="5143500" type="screen16x9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500000" y="500000"/>
            <a:ext cx="8000000" cy="4000000"/>
            <a:chOff x="0" y="0"/>
            <a:chExt cx="8000000" cy="4000000"/>
          </a:xfrm>
        </p:grpSpPr>
        <p:sp>
          <p:nvSpPr>
            <p:cNvPr id="3" name="GroupRect"/>
            <p:cNvSpPr/>
            <p:nvPr/>
          </p:nvSpPr>
          <p:spPr>
            <a:xfrm>
              <a:off x="0" y="0"/>
              <a:ext cx="3500000" cy="3500000"/>
            </a:xfrm>
            <a:prstGeom prst="rect">
              <a:avLst/>
            </a:prstGeom>
            <a:solidFill>
              <a:srgbClr val="4472C4"/>
            </a:solidFill>
          </p:spPr>
          <p:txBody>
            <a:bodyPr anchor="ctr"/>
            <a:lstStyle/>
            <a:p>
              <a:pPr/>
              <a:r>
                <a:rPr lang="en-US" sz="1800">
                  <a:solidFill>
                    <a:srgbClr val="FFFFFF"/>
                  </a:solidFill>
                </a:rPr>
                <a:t>In Group</a:t>
              </a:r>
            </a:p>
          </p:txBody>
        </p:sp>
        <p:sp>
          <p:nvSpPr>
            <p:cNvPr id="4" name="GroupEllipse"/>
            <p:cNvSpPr/>
            <p:nvPr/>
          </p:nvSpPr>
          <p:spPr>
            <a:xfrm>
              <a:off x="4000000" y="0"/>
              <a:ext cx="3500000" cy="3500000"/>
            </a:xfrm>
            <a:prstGeom prst="ellipse">
              <a:avLst/>
            </a:prstGeom>
            <a:solidFill>
              <a:srgbClr val="ED7D31"/>
            </a:solidFill>
          </p:spPr>
          <p:txBody>
            <a:bodyPr anchor="ctr"/>
            <a:lstStyle/>
            <a:p>
              <a:pPr/>
              <a:r>
                <a:rPr lang="en-US" sz="1800">
                  <a:solidFill>
                    <a:srgbClr val="FFFFFF"/>
                  </a:solidFill>
                </a:rPr>
                <a:t>Ellipse</a:t>
              </a:r>
            </a:p>
          </p:txBody>
        </p:sp>
      </p:grp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/>
  </a:themeElements>
</a:theme>
</file>