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  <p:sldId id="258" r:id="rId4"/>
    <p:sldId id="259" r:id="rId5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Top"/>
          <p:cNvSpPr/>
          <p:nvPr/>
        </p:nvSpPr>
        <p:spPr>
          <a:xfrm>
            <a:off x="200000" y="200000"/>
            <a:ext cx="2781333.3333333335" cy="227175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txBody>
          <a:bodyPr anchor="t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Ellipse Top</a:t>
            </a:r>
          </a:p>
        </p:txBody>
      </p:sp>
      <p:sp>
        <p:nvSpPr>
          <p:cNvPr id="3" name="Ellipse Center"/>
          <p:cNvSpPr/>
          <p:nvPr/>
        </p:nvSpPr>
        <p:spPr>
          <a:xfrm>
            <a:off x="3181333.3333333335" y="200000"/>
            <a:ext cx="2781333.3333333335" cy="227175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Ellipse Center</a:t>
            </a:r>
          </a:p>
        </p:txBody>
      </p:sp>
      <p:sp>
        <p:nvSpPr>
          <p:cNvPr id="4" name="Ellipse Bottom"/>
          <p:cNvSpPr/>
          <p:nvPr/>
        </p:nvSpPr>
        <p:spPr>
          <a:xfrm>
            <a:off x="6162666.666666667" y="200000"/>
            <a:ext cx="2781333.3333333335" cy="227175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333333"/>
            </a:solidFill>
          </a:ln>
        </p:spPr>
        <p:txBody>
          <a:bodyPr anchor="b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Ellipse Bottom</a:t>
            </a:r>
          </a:p>
        </p:txBody>
      </p:sp>
      <p:sp>
        <p:nvSpPr>
          <p:cNvPr id="5" name="Diamond Text"/>
          <p:cNvSpPr/>
          <p:nvPr/>
        </p:nvSpPr>
        <p:spPr>
          <a:xfrm>
            <a:off x="200000" y="2671750"/>
            <a:ext cx="2781333.3333333335" cy="2271750"/>
          </a:xfrm>
          <a:prstGeom prst="diamond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Diamond
Text</a:t>
            </a:r>
          </a:p>
        </p:txBody>
      </p:sp>
      <p:sp>
        <p:nvSpPr>
          <p:cNvPr id="6" name="Tri"/>
          <p:cNvSpPr/>
          <p:nvPr/>
        </p:nvSpPr>
        <p:spPr>
          <a:xfrm>
            <a:off x="3181333.3333333335" y="2671750"/>
            <a:ext cx="2781333.3333333335" cy="2271750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Tri</a:t>
            </a:r>
          </a:p>
        </p:txBody>
      </p:sp>
      <p:sp>
        <p:nvSpPr>
          <p:cNvPr id="7" name="Multi-line Rounded Rect with Text"/>
          <p:cNvSpPr/>
          <p:nvPr/>
        </p:nvSpPr>
        <p:spPr>
          <a:xfrm>
            <a:off x="6162666.666666667" y="2671750"/>
            <a:ext cx="2781333.3333333335" cy="2271750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Multi-line
Rounded Rect
with Text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-text"/>
          <p:cNvSpPr/>
          <p:nvPr/>
        </p:nvSpPr>
        <p:spPr>
          <a:xfrm>
            <a:off x="200000" y="200000"/>
            <a:ext cx="2781333.3333333335" cy="2271750"/>
          </a:xfrm>
          <a:prstGeom prst="roundRect">
            <a:avLst/>
          </a:prstGeom>
          <a:gradFill>
            <a:gsLst>
              <a:gs pos="0">
                <a:srgbClr val="1A1A2E"/>
              </a:gs>
              <a:gs pos="100000">
                <a:srgbClr val="E94560"/>
              </a:gs>
            </a:gsLst>
            <a:lin ang="5400000" scaled="1"/>
          </a:gra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800" b="1">
                <a:solidFill>
                  <a:srgbClr val="FFFFFF"/>
                </a:solidFill>
              </a:rPr>
              <a:t>Gradient Fill</a:t>
            </a:r>
          </a:p>
        </p:txBody>
      </p:sp>
      <p:sp>
        <p:nvSpPr>
          <p:cNvPr id="3" name="thick-outline-text"/>
          <p:cNvSpPr/>
          <p:nvPr/>
        </p:nvSpPr>
        <p:spPr>
          <a:xfrm>
            <a:off x="3181333.3333333335" y="200000"/>
            <a:ext cx="2781333.3333333335" cy="2271750"/>
          </a:xfrm>
          <a:prstGeom prst="rect">
            <a:avLst/>
          </a:prstGeom>
          <a:solidFill>
            <a:srgbClr val="F0F0F0"/>
          </a:solidFill>
          <a:ln w="76200">
            <a:solidFill>
              <a:srgbClr val="4472C4"/>
            </a:solidFill>
          </a:ln>
        </p:spPr>
        <p:txBody>
          <a:bodyPr anchor="ctr"/>
          <a:lstStyle/>
          <a:p>
            <a:pPr/>
            <a:r>
              <a:rPr lang="en-US" sz="1600">
                <a:solidFill>
                  <a:srgbClr val="333333"/>
                </a:solidFill>
              </a:rPr>
              <a:t>Thick Outline</a:t>
            </a:r>
          </a:p>
        </p:txBody>
      </p:sp>
      <p:sp>
        <p:nvSpPr>
          <p:cNvPr id="4" name="semi-transparent-text"/>
          <p:cNvSpPr/>
          <p:nvPr/>
        </p:nvSpPr>
        <p:spPr>
          <a:xfrm>
            <a:off x="6162666.666666667" y="200000"/>
            <a:ext cx="2781333.3333333335" cy="2271750"/>
          </a:xfrm>
          <a:prstGeom prst="roundRect">
            <a:avLst/>
          </a:prstGeom>
          <a:solidFill>
            <a:srgbClr val="4472C4">
              <a:alpha val="50000"/>
            </a:srgbClr>
          </a:solidFill>
          <a:ln w="254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600" b="1">
                <a:solidFill>
                  <a:srgbClr val="000000"/>
                </a:solidFill>
              </a:rPr>
              <a:t>50% Alpha Fill</a:t>
            </a:r>
          </a:p>
        </p:txBody>
      </p:sp>
      <p:sp>
        <p:nvSpPr>
          <p:cNvPr id="5" name="grad-ellipse-text"/>
          <p:cNvSpPr/>
          <p:nvPr/>
        </p:nvSpPr>
        <p:spPr>
          <a:xfrm>
            <a:off x="200000" y="2671750"/>
            <a:ext cx="2781333.3333333335" cy="2271750"/>
          </a:xfrm>
          <a:prstGeom prst="ellipse">
            <a:avLst/>
          </a:prstGeom>
          <a:gradFill>
            <a:gsLst>
              <a:gs pos="0">
                <a:srgbClr val="FF6384"/>
              </a:gs>
              <a:gs pos="50000">
                <a:srgbClr val="FFCE56"/>
              </a:gs>
              <a:gs pos="100000">
                <a:srgbClr val="36A2EB"/>
              </a:gs>
            </a:gsLst>
            <a:lin ang="2700000" scaled="1"/>
          </a:gradFill>
          <a:ln w="19050">
            <a:solidFill>
              <a:srgbClr val="666666"/>
            </a:solidFill>
          </a:ln>
        </p:spPr>
        <p:txBody>
          <a:bodyPr anchor="ctr"/>
          <a:lstStyle/>
          <a:p>
            <a:pPr/>
            <a:r>
              <a:rPr lang="en-US" sz="1400" i="1">
                <a:solidFill>
                  <a:srgbClr val="FFFFFF"/>
                </a:solidFill>
              </a:rPr>
              <a:t>Rainbow Ellipse</a:t>
            </a:r>
          </a:p>
        </p:txBody>
      </p:sp>
      <p:sp>
        <p:nvSpPr>
          <p:cNvPr id="6" name="dashed-bold"/>
          <p:cNvSpPr/>
          <p:nvPr/>
        </p:nvSpPr>
        <p:spPr>
          <a:xfrm>
            <a:off x="3181333.3333333335" y="2671750"/>
            <a:ext cx="2781333.3333333335" cy="2271750"/>
          </a:xfrm>
          <a:prstGeom prst="diamond">
            <a:avLst/>
          </a:prstGeom>
          <a:solidFill>
            <a:srgbClr val="E7E6E6"/>
          </a:solidFill>
          <a:ln w="38100">
            <a:solidFill>
              <a:srgbClr val="ED7D31"/>
            </a:solidFill>
            <a:prstDash val="dash"/>
          </a:ln>
        </p:spPr>
        <p:txBody>
          <a:bodyPr anchor="ctr"/>
          <a:lstStyle/>
          <a:p>
            <a:pPr/>
            <a:r>
              <a:rPr lang="en-US" sz="1400" b="1">
                <a:solidFill>
                  <a:srgbClr val="ED7D31"/>
                </a:solidFill>
              </a:rPr>
              <a:t>Dashed</a:t>
            </a:r>
          </a:p>
        </p:txBody>
      </p:sp>
      <p:sp>
        <p:nvSpPr>
          <p:cNvPr id="7" name="hex-underline"/>
          <p:cNvSpPr/>
          <p:nvPr/>
        </p:nvSpPr>
        <p:spPr>
          <a:xfrm>
            <a:off x="6162666.666666667" y="2671750"/>
            <a:ext cx="2781333.3333333335" cy="2271750"/>
          </a:xfrm>
          <a:prstGeom prst="hexagon">
            <a:avLst/>
          </a:prstGeom>
          <a:solidFill>
            <a:srgbClr val="70AD47"/>
          </a:solidFill>
          <a:ln w="254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400" u="sng">
                <a:solidFill>
                  <a:srgbClr val="FFFFFF"/>
                </a:solidFill>
              </a:rPr>
              <a:t>Hexagon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45 + Text"/>
          <p:cNvSpPr/>
          <p:nvPr/>
        </p:nvSpPr>
        <p:spPr>
          <a:xfrm rot="2700000">
            <a:off x="200000" y="200000"/>
            <a:ext cx="2781333.3333333335" cy="227175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Rot45 + Text</a:t>
            </a:r>
          </a:p>
        </p:txBody>
      </p:sp>
      <p:sp>
        <p:nvSpPr>
          <p:cNvPr id="3" name="Rot30 + Grad"/>
          <p:cNvSpPr/>
          <p:nvPr/>
        </p:nvSpPr>
        <p:spPr>
          <a:xfrm rot="1800000">
            <a:off x="3181333.3333333335" y="200000"/>
            <a:ext cx="2781333.3333333335" cy="2271750"/>
          </a:xfrm>
          <a:prstGeom prst="roundRect">
            <a:avLst/>
          </a:prstGeom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5400000" scaled="1"/>
          </a:gra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Rot30 + Grad</a:t>
            </a:r>
          </a:p>
        </p:txBody>
      </p:sp>
      <p:sp>
        <p:nvSpPr>
          <p:cNvPr id="4" name="FlipH + Text"/>
          <p:cNvSpPr/>
          <p:nvPr/>
        </p:nvSpPr>
        <p:spPr>
          <a:xfrm flipH="1">
            <a:off x="6162666.666666667" y="200000"/>
            <a:ext cx="2781333.3333333335" cy="227175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FlipH + Text</a:t>
            </a:r>
          </a:p>
        </p:txBody>
      </p:sp>
      <p:sp>
        <p:nvSpPr>
          <p:cNvPr id="5" name="FlipV + Text"/>
          <p:cNvSpPr/>
          <p:nvPr/>
        </p:nvSpPr>
        <p:spPr>
          <a:xfrm flipV="1">
            <a:off x="200000" y="2671750"/>
            <a:ext cx="2781333.3333333335" cy="2271750"/>
          </a:xfrm>
          <a:prstGeom prst="triangle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FlipV + Text</a:t>
            </a:r>
          </a:p>
        </p:txBody>
      </p:sp>
      <p:sp>
        <p:nvSpPr>
          <p:cNvPr id="6" name="Rot+FlipH"/>
          <p:cNvSpPr/>
          <p:nvPr/>
        </p:nvSpPr>
        <p:spPr>
          <a:xfrm rot="900000" flipH="1">
            <a:off x="3181333.3333333335" y="2671750"/>
            <a:ext cx="2781333.3333333335" cy="2271750"/>
          </a:xfrm>
          <a:prstGeom prst="parallelogram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Rot+FlipH</a:t>
            </a:r>
          </a:p>
        </p:txBody>
      </p:sp>
      <p:sp>
        <p:nvSpPr>
          <p:cNvPr id="7" name="Rot+FlipV"/>
          <p:cNvSpPr/>
          <p:nvPr/>
        </p:nvSpPr>
        <p:spPr>
          <a:xfrm rot="3600000" flipV="1">
            <a:off x="6162666.666666667" y="2671750"/>
            <a:ext cx="2781333.3333333335" cy="2271750"/>
          </a:xfrm>
          <a:prstGeom prst="pentagon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 b="1">
                <a:solidFill>
                  <a:srgbClr val="FFFFFF"/>
                </a:solidFill>
              </a:rPr>
              <a:t>Rot+FlipV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rect"/>
          <p:cNvSpPr/>
          <p:nvPr/>
        </p:nvSpPr>
        <p:spPr>
          <a:xfrm>
            <a:off x="500000" y="300000"/>
            <a:ext cx="4000000" cy="300000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txBody>
          <a:bodyPr anchor="t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Back (Z=1)</a:t>
            </a:r>
          </a:p>
        </p:txBody>
      </p:sp>
      <p:sp>
        <p:nvSpPr>
          <p:cNvPr id="3" name="mid-ellipse"/>
          <p:cNvSpPr/>
          <p:nvPr/>
        </p:nvSpPr>
        <p:spPr>
          <a:xfrm>
            <a:off x="1500000" y="1000000"/>
            <a:ext cx="3500000" cy="25000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Middle (Z=2)</a:t>
            </a:r>
          </a:p>
        </p:txBody>
      </p:sp>
      <p:sp>
        <p:nvSpPr>
          <p:cNvPr id="4" name="front-roundRect"/>
          <p:cNvSpPr/>
          <p:nvPr/>
        </p:nvSpPr>
        <p:spPr>
          <a:xfrm>
            <a:off x="2500000" y="1500000"/>
            <a:ext cx="2500000" cy="1800000"/>
          </a:xfrm>
          <a:prstGeom prst="roundRect">
            <a:avLst/>
          </a:prstGeom>
          <a:solidFill>
            <a:srgbClr val="70AD47"/>
          </a:solidFill>
          <a:ln w="1905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600" b="1">
                <a:solidFill>
                  <a:srgbClr val="FFFFFF"/>
                </a:solidFill>
              </a:rPr>
              <a:t>Front (Z=3)</a:t>
            </a:r>
          </a:p>
        </p:txBody>
      </p:sp>
      <p:sp>
        <p:nvSpPr>
          <p:cNvPr id="5" name="alpha-rect1"/>
          <p:cNvSpPr/>
          <p:nvPr/>
        </p:nvSpPr>
        <p:spPr>
          <a:xfrm>
            <a:off x="5500000" y="500000"/>
            <a:ext cx="2500000" cy="2500000"/>
          </a:xfrm>
          <a:prstGeom prst="rect">
            <a:avLst/>
          </a:prstGeom>
          <a:solidFill>
            <a:srgbClr val="FF0000">
              <a:alpha val="50000"/>
            </a:srgbClr>
          </a:solidFill>
          <a:ln w="12700">
            <a:solidFill>
              <a:srgbClr val="990000"/>
            </a:solidFill>
          </a:ln>
        </p:spPr>
        <p:txBody>
          <a:bodyPr anchor="t"/>
          <a:lstStyle/>
          <a:p>
            <a:pPr/>
            <a:r>
              <a:rPr lang="en-US" sz="1200">
                <a:solidFill>
                  <a:srgbClr val="000000"/>
                </a:solidFill>
              </a:rPr>
              <a:t>Red 50%</a:t>
            </a:r>
          </a:p>
        </p:txBody>
      </p:sp>
      <p:sp>
        <p:nvSpPr>
          <p:cNvPr id="6" name="alpha-rect2"/>
          <p:cNvSpPr/>
          <p:nvPr/>
        </p:nvSpPr>
        <p:spPr>
          <a:xfrm>
            <a:off x="6200000" y="1200000"/>
            <a:ext cx="2500000" cy="2500000"/>
          </a:xfrm>
          <a:prstGeom prst="rect">
            <a:avLst/>
          </a:prstGeom>
          <a:solidFill>
            <a:srgbClr val="0000FF">
              <a:alpha val="50000"/>
            </a:srgbClr>
          </a:solidFill>
          <a:ln w="12700">
            <a:solidFill>
              <a:srgbClr val="000099"/>
            </a:solidFill>
          </a:ln>
        </p:spPr>
        <p:txBody>
          <a:bodyPr anchor="b"/>
          <a:lstStyle/>
          <a:p>
            <a:pPr/>
            <a:r>
              <a:rPr lang="en-US" sz="1200">
                <a:solidFill>
                  <a:srgbClr val="000000"/>
                </a:solidFill>
              </a:rPr>
              <a:t>Blue 50%</a:t>
            </a:r>
          </a:p>
        </p:txBody>
      </p:sp>
      <p:sp>
        <p:nvSpPr>
          <p:cNvPr id="7" name="alpha-ellipse"/>
          <p:cNvSpPr/>
          <p:nvPr/>
        </p:nvSpPr>
        <p:spPr>
          <a:xfrm>
            <a:off x="5800000" y="2000000"/>
            <a:ext cx="2200000" cy="2200000"/>
          </a:xfrm>
          <a:prstGeom prst="ellipse">
            <a:avLst/>
          </a:prstGeom>
          <a:solidFill>
            <a:srgbClr val="00FF00">
              <a:alpha val="40000"/>
            </a:srgbClr>
          </a:solidFill>
          <a:ln w="12700">
            <a:solidFill>
              <a:srgbClr val="006600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000000"/>
                </a:solidFill>
              </a:rPr>
              <a:t>Green 40%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