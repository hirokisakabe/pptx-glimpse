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  <p:sldId id="258" r:id="rId4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thPlus"/>
          <p:cNvSpPr/>
          <p:nvPr/>
        </p:nvSpPr>
        <p:spPr>
          <a:xfrm>
            <a:off x="200000" y="200000"/>
            <a:ext cx="2781333.3333333335" cy="2271750"/>
          </a:xfrm>
          <a:prstGeom prst="mathPlus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mathMinus"/>
          <p:cNvSpPr/>
          <p:nvPr/>
        </p:nvSpPr>
        <p:spPr>
          <a:xfrm>
            <a:off x="3181333.3333333335" y="200000"/>
            <a:ext cx="2781333.3333333335" cy="2271750"/>
          </a:xfrm>
          <a:prstGeom prst="mathMinus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mathMultiply"/>
          <p:cNvSpPr/>
          <p:nvPr/>
        </p:nvSpPr>
        <p:spPr>
          <a:xfrm>
            <a:off x="6162666.666666667" y="200000"/>
            <a:ext cx="2781333.3333333335" cy="2271750"/>
          </a:xfrm>
          <a:prstGeom prst="mathMultiply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mathDivide"/>
          <p:cNvSpPr/>
          <p:nvPr/>
        </p:nvSpPr>
        <p:spPr>
          <a:xfrm>
            <a:off x="200000" y="2671750"/>
            <a:ext cx="2781333.3333333335" cy="2271750"/>
          </a:xfrm>
          <a:prstGeom prst="mathDivide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mathEqual"/>
          <p:cNvSpPr/>
          <p:nvPr/>
        </p:nvSpPr>
        <p:spPr>
          <a:xfrm>
            <a:off x="3181333.3333333335" y="2671750"/>
            <a:ext cx="2781333.3333333335" cy="2271750"/>
          </a:xfrm>
          <a:prstGeom prst="mathEqual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mathNotEqual"/>
          <p:cNvSpPr/>
          <p:nvPr/>
        </p:nvSpPr>
        <p:spPr>
          <a:xfrm>
            <a:off x="6162666.666666667" y="2671750"/>
            <a:ext cx="2781333.3333333335" cy="2271750"/>
          </a:xfrm>
          <a:prstGeom prst="mathNotEqual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us"/>
          <p:cNvSpPr/>
          <p:nvPr/>
        </p:nvSpPr>
        <p:spPr>
          <a:xfrm>
            <a:off x="200000" y="200000"/>
            <a:ext cx="1077714.2857142857" cy="2271750"/>
          </a:xfrm>
          <a:prstGeom prst="plus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heptagon"/>
          <p:cNvSpPr/>
          <p:nvPr/>
        </p:nvSpPr>
        <p:spPr>
          <a:xfrm>
            <a:off x="1477714.2857142857" y="200000"/>
            <a:ext cx="1077714.2857142857" cy="2271750"/>
          </a:xfrm>
          <a:prstGeom prst="heptagon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octagon"/>
          <p:cNvSpPr/>
          <p:nvPr/>
        </p:nvSpPr>
        <p:spPr>
          <a:xfrm>
            <a:off x="2755428.5714285714" y="200000"/>
            <a:ext cx="1077714.2857142857" cy="2271750"/>
          </a:xfrm>
          <a:prstGeom prst="octagon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decagon"/>
          <p:cNvSpPr/>
          <p:nvPr/>
        </p:nvSpPr>
        <p:spPr>
          <a:xfrm>
            <a:off x="4033142.8571428573" y="200000"/>
            <a:ext cx="1077714.2857142857" cy="2271750"/>
          </a:xfrm>
          <a:prstGeom prst="decagon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dodecagon"/>
          <p:cNvSpPr/>
          <p:nvPr/>
        </p:nvSpPr>
        <p:spPr>
          <a:xfrm>
            <a:off x="5310857.142857143" y="200000"/>
            <a:ext cx="1077714.2857142857" cy="2271750"/>
          </a:xfrm>
          <a:prstGeom prst="dodecagon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plaque"/>
          <p:cNvSpPr/>
          <p:nvPr/>
        </p:nvSpPr>
        <p:spPr>
          <a:xfrm>
            <a:off x="6588571.428571428" y="200000"/>
            <a:ext cx="1077714.2857142857" cy="2271750"/>
          </a:xfrm>
          <a:prstGeom prst="plaqu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can"/>
          <p:cNvSpPr/>
          <p:nvPr/>
        </p:nvSpPr>
        <p:spPr>
          <a:xfrm>
            <a:off x="7866285.714285715" y="200000"/>
            <a:ext cx="1077714.2857142857" cy="2271750"/>
          </a:xfrm>
          <a:prstGeom prst="can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cube"/>
          <p:cNvSpPr/>
          <p:nvPr/>
        </p:nvSpPr>
        <p:spPr>
          <a:xfrm>
            <a:off x="200000" y="2671750"/>
            <a:ext cx="1077714.2857142857" cy="2271750"/>
          </a:xfrm>
          <a:prstGeom prst="cube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donut"/>
          <p:cNvSpPr/>
          <p:nvPr/>
        </p:nvSpPr>
        <p:spPr>
          <a:xfrm>
            <a:off x="1477714.2857142857" y="2671750"/>
            <a:ext cx="1077714.2857142857" cy="2271750"/>
          </a:xfrm>
          <a:prstGeom prst="donut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noSmoking"/>
          <p:cNvSpPr/>
          <p:nvPr/>
        </p:nvSpPr>
        <p:spPr>
          <a:xfrm>
            <a:off x="2755428.5714285714" y="2671750"/>
            <a:ext cx="1077714.2857142857" cy="2271750"/>
          </a:xfrm>
          <a:prstGeom prst="noSmoking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  <p:sp>
        <p:nvSpPr>
          <p:cNvPr id="12" name="smileyFace"/>
          <p:cNvSpPr/>
          <p:nvPr/>
        </p:nvSpPr>
        <p:spPr>
          <a:xfrm>
            <a:off x="4033142.8571428573" y="2671750"/>
            <a:ext cx="1077714.2857142857" cy="2271750"/>
          </a:xfrm>
          <a:prstGeom prst="smileyFace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13" name="foldedCorner"/>
          <p:cNvSpPr/>
          <p:nvPr/>
        </p:nvSpPr>
        <p:spPr>
          <a:xfrm>
            <a:off x="5310857.142857143" y="2671750"/>
            <a:ext cx="1077714.2857142857" cy="2271750"/>
          </a:xfrm>
          <a:prstGeom prst="foldedCorner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14" name="frame"/>
          <p:cNvSpPr/>
          <p:nvPr/>
        </p:nvSpPr>
        <p:spPr>
          <a:xfrm>
            <a:off x="6588571.428571428" y="2671750"/>
            <a:ext cx="1077714.2857142857" cy="2271750"/>
          </a:xfrm>
          <a:prstGeom prst="frame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15" name="bevel"/>
          <p:cNvSpPr/>
          <p:nvPr/>
        </p:nvSpPr>
        <p:spPr>
          <a:xfrm>
            <a:off x="7866285.714285715" y="2671750"/>
            <a:ext cx="1077714.2857142857" cy="2271750"/>
          </a:xfrm>
          <a:prstGeom prst="bevel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Frame"/>
          <p:cNvSpPr/>
          <p:nvPr/>
        </p:nvSpPr>
        <p:spPr>
          <a:xfrm>
            <a:off x="200000" y="200000"/>
            <a:ext cx="1077714.2857142857" cy="1447833.3333333333"/>
          </a:xfrm>
          <a:prstGeom prst="halfFrame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corner"/>
          <p:cNvSpPr/>
          <p:nvPr/>
        </p:nvSpPr>
        <p:spPr>
          <a:xfrm>
            <a:off x="1477714.2857142857" y="200000"/>
            <a:ext cx="1077714.2857142857" cy="1447833.3333333333"/>
          </a:xfrm>
          <a:prstGeom prst="corner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diagStripe"/>
          <p:cNvSpPr/>
          <p:nvPr/>
        </p:nvSpPr>
        <p:spPr>
          <a:xfrm>
            <a:off x="2755428.5714285714" y="200000"/>
            <a:ext cx="1077714.2857142857" cy="1447833.3333333333"/>
          </a:xfrm>
          <a:prstGeom prst="diagStripe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snip1Rect"/>
          <p:cNvSpPr/>
          <p:nvPr/>
        </p:nvSpPr>
        <p:spPr>
          <a:xfrm>
            <a:off x="4033142.8571428573" y="200000"/>
            <a:ext cx="1077714.2857142857" cy="1447833.3333333333"/>
          </a:xfrm>
          <a:prstGeom prst="snip1Rect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snip2SameRect"/>
          <p:cNvSpPr/>
          <p:nvPr/>
        </p:nvSpPr>
        <p:spPr>
          <a:xfrm>
            <a:off x="5310857.142857143" y="200000"/>
            <a:ext cx="1077714.2857142857" cy="1447833.3333333333"/>
          </a:xfrm>
          <a:prstGeom prst="snip2SameRect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snip2DiagRect"/>
          <p:cNvSpPr/>
          <p:nvPr/>
        </p:nvSpPr>
        <p:spPr>
          <a:xfrm>
            <a:off x="6588571.428571428" y="200000"/>
            <a:ext cx="1077714.2857142857" cy="1447833.3333333333"/>
          </a:xfrm>
          <a:prstGeom prst="snip2DiagRect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snipRoundRect"/>
          <p:cNvSpPr/>
          <p:nvPr/>
        </p:nvSpPr>
        <p:spPr>
          <a:xfrm>
            <a:off x="7866285.714285715" y="200000"/>
            <a:ext cx="1077714.2857142857" cy="1447833.3333333333"/>
          </a:xfrm>
          <a:prstGeom prst="snipRoundRect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round1Rect"/>
          <p:cNvSpPr/>
          <p:nvPr/>
        </p:nvSpPr>
        <p:spPr>
          <a:xfrm>
            <a:off x="200000" y="1847833.3333333333"/>
            <a:ext cx="1077714.2857142857" cy="1447833.3333333333"/>
          </a:xfrm>
          <a:prstGeom prst="round1Rect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round2SameRect"/>
          <p:cNvSpPr/>
          <p:nvPr/>
        </p:nvSpPr>
        <p:spPr>
          <a:xfrm>
            <a:off x="1477714.2857142857" y="1847833.3333333333"/>
            <a:ext cx="1077714.2857142857" cy="1447833.3333333333"/>
          </a:xfrm>
          <a:prstGeom prst="round2SameRect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round2DiagRect"/>
          <p:cNvSpPr/>
          <p:nvPr/>
        </p:nvSpPr>
        <p:spPr>
          <a:xfrm>
            <a:off x="2755428.5714285714" y="1847833.3333333333"/>
            <a:ext cx="1077714.2857142857" cy="1447833.3333333333"/>
          </a:xfrm>
          <a:prstGeom prst="round2DiagRect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  <p:sp>
        <p:nvSpPr>
          <p:cNvPr id="12" name="lightningBolt"/>
          <p:cNvSpPr/>
          <p:nvPr/>
        </p:nvSpPr>
        <p:spPr>
          <a:xfrm>
            <a:off x="4033142.8571428573" y="1847833.3333333333"/>
            <a:ext cx="1077714.2857142857" cy="1447833.3333333333"/>
          </a:xfrm>
          <a:prstGeom prst="lightningBol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13" name="moon"/>
          <p:cNvSpPr/>
          <p:nvPr/>
        </p:nvSpPr>
        <p:spPr>
          <a:xfrm>
            <a:off x="5310857.142857143" y="1847833.3333333333"/>
            <a:ext cx="1077714.2857142857" cy="1447833.3333333333"/>
          </a:xfrm>
          <a:prstGeom prst="moon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14" name="teardrop"/>
          <p:cNvSpPr/>
          <p:nvPr/>
        </p:nvSpPr>
        <p:spPr>
          <a:xfrm>
            <a:off x="6588571.428571428" y="1847833.3333333333"/>
            <a:ext cx="1077714.2857142857" cy="1447833.3333333333"/>
          </a:xfrm>
          <a:prstGeom prst="teardrop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15" name="wave"/>
          <p:cNvSpPr/>
          <p:nvPr/>
        </p:nvSpPr>
        <p:spPr>
          <a:xfrm>
            <a:off x="7866285.714285715" y="1847833.3333333333"/>
            <a:ext cx="1077714.2857142857" cy="1447833.3333333333"/>
          </a:xfrm>
          <a:prstGeom prst="wave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16" name="doubleWave"/>
          <p:cNvSpPr/>
          <p:nvPr/>
        </p:nvSpPr>
        <p:spPr>
          <a:xfrm>
            <a:off x="200000" y="3495666.6666666665"/>
            <a:ext cx="1077714.2857142857" cy="1447833.3333333333"/>
          </a:xfrm>
          <a:prstGeom prst="doubleWave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17" name="ribbon"/>
          <p:cNvSpPr/>
          <p:nvPr/>
        </p:nvSpPr>
        <p:spPr>
          <a:xfrm>
            <a:off x="1477714.2857142857" y="3495666.6666666665"/>
            <a:ext cx="1077714.2857142857" cy="1447833.3333333333"/>
          </a:xfrm>
          <a:prstGeom prst="ribbon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18" name="ribbon2"/>
          <p:cNvSpPr/>
          <p:nvPr/>
        </p:nvSpPr>
        <p:spPr>
          <a:xfrm>
            <a:off x="2755428.5714285714" y="3495666.6666666665"/>
            <a:ext cx="1077714.2857142857" cy="1447833.3333333333"/>
          </a:xfrm>
          <a:prstGeom prst="ribbon2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19" name="bracketPair"/>
          <p:cNvSpPr/>
          <p:nvPr/>
        </p:nvSpPr>
        <p:spPr>
          <a:xfrm>
            <a:off x="4033142.8571428573" y="3495666.6666666665"/>
            <a:ext cx="1077714.2857142857" cy="1447833.3333333333"/>
          </a:xfrm>
          <a:prstGeom prst="bracketPair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20" name="bracePair"/>
          <p:cNvSpPr/>
          <p:nvPr/>
        </p:nvSpPr>
        <p:spPr>
          <a:xfrm>
            <a:off x="5310857.142857143" y="3495666.6666666665"/>
            <a:ext cx="1077714.2857142857" cy="1447833.3333333333"/>
          </a:xfrm>
          <a:prstGeom prst="bracePair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21" name="leftBracket"/>
          <p:cNvSpPr/>
          <p:nvPr/>
        </p:nvSpPr>
        <p:spPr>
          <a:xfrm>
            <a:off x="6588571.428571428" y="3495666.6666666665"/>
            <a:ext cx="1077714.2857142857" cy="1447833.3333333333"/>
          </a:xfrm>
          <a:prstGeom prst="leftBracket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