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perscript"/>
          <p:cNvSpPr/>
          <p:nvPr/>
        </p:nvSpPr>
        <p:spPr>
          <a:xfrm>
            <a:off x="200000" y="200000"/>
            <a:ext cx="4272000" cy="227175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anchor="ctr"/>
          <a:lstStyle/>
          <a:p>
            <a:pPr/>
            <a:r>
              <a:rPr lang="en-US" sz="2000">
                <a:solidFill>
                  <a:srgbClr val="000000"/>
                </a:solidFill>
              </a:rPr>
              <a:t>E = mc</a:t>
            </a:r>
            <a:r>
              <a:rPr lang="en-US" sz="1400" baseline="30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" name="Subscript"/>
          <p:cNvSpPr/>
          <p:nvPr/>
        </p:nvSpPr>
        <p:spPr>
          <a:xfrm>
            <a:off x="4672000" y="200000"/>
            <a:ext cx="4272000" cy="227175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anchor="ctr"/>
          <a:lstStyle/>
          <a:p>
            <a:pPr/>
            <a:r>
              <a:rPr lang="en-US" sz="2000">
                <a:solidFill>
                  <a:srgbClr val="000000"/>
                </a:solidFill>
              </a:rPr>
              <a:t>H</a:t>
            </a:r>
            <a:r>
              <a:rPr lang="en-US" sz="1400" baseline="-25000">
                <a:solidFill>
                  <a:srgbClr val="000000"/>
                </a:solidFill>
              </a:rPr>
              <a:t>2</a:t>
            </a:r>
            <a:r>
              <a:rPr lang="en-US" sz="2000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4" name="Mixed"/>
          <p:cNvSpPr/>
          <p:nvPr/>
        </p:nvSpPr>
        <p:spPr>
          <a:xfrm>
            <a:off x="200000" y="2671750"/>
            <a:ext cx="4272000" cy="227175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anchor="ctr"/>
          <a:lstStyle/>
          <a:p>
            <a:pPr/>
            <a:r>
              <a:rPr lang="en-US" sz="1800">
                <a:solidFill>
                  <a:srgbClr val="000000"/>
                </a:solidFill>
              </a:rPr>
              <a:t>x</a:t>
            </a:r>
            <a:r>
              <a:rPr lang="en-US" sz="1200" baseline="30000">
                <a:solidFill>
                  <a:srgbClr val="000000"/>
                </a:solidFill>
              </a:rPr>
              <a:t>n</a:t>
            </a:r>
            <a:r>
              <a:rPr lang="en-US" sz="1800">
                <a:solidFill>
                  <a:srgbClr val="000000"/>
                </a:solidFill>
              </a:rPr>
              <a:t> + y</a:t>
            </a:r>
            <a:r>
              <a:rPr lang="en-US" sz="1200" baseline="-2500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5" name="Multi-line"/>
          <p:cNvSpPr/>
          <p:nvPr/>
        </p:nvSpPr>
        <p:spPr>
          <a:xfrm>
            <a:off x="4672000" y="2671750"/>
            <a:ext cx="4272000" cy="227175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anchor="ctr"/>
          <a:lstStyle/>
          <a:p>
            <a:pPr/>
            <a:r>
              <a:rPr lang="en-US" sz="1600">
                <a:solidFill>
                  <a:srgbClr val="000000"/>
                </a:solidFill>
              </a:rPr>
              <a:t>Line 1 with </a:t>
            </a:r>
            <a:r>
              <a:rPr lang="en-US" sz="1200" baseline="30000">
                <a:solidFill>
                  <a:srgbClr val="000000"/>
                </a:solidFill>
              </a:rPr>
              <a:t>super</a:t>
            </a:r>
          </a:p>
          <a:p>
            <a:pPr/>
            <a:r>
              <a:rPr lang="en-US" sz="1600">
                <a:solidFill>
                  <a:srgbClr val="000000"/>
                </a:solidFill>
              </a:rPr>
              <a:t>Line 2 with </a:t>
            </a:r>
            <a:r>
              <a:rPr lang="en-US" sz="1200" baseline="-25000">
                <a:solidFill>
                  <a:srgbClr val="000000"/>
                </a:solidFill>
              </a:rPr>
              <a:t>sub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