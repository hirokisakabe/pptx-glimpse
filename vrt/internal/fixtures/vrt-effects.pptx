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erShadow"/>
          <p:cNvSpPr/>
          <p:nvPr/>
        </p:nvSpPr>
        <p:spPr>
          <a:xfrm>
            <a:off x="200000" y="200000"/>
            <a:ext cx="2781333.3333333335" cy="2271750"/>
          </a:xfrm>
          <a:prstGeom prst="roundRect">
            <a:avLst/>
          </a:prstGeom>
          <a:solidFill>
            <a:srgbClr val="4472C4"/>
          </a:solidFill>
          <a:effectLst>
            <a:outerShdw blurRad="40000" dist="20000" dir="5400000">
              <a:srgbClr val="000000">
                <a:alpha val="50000"/>
              </a:srgbClr>
            </a:outerShdw>
          </a:effectLst>
        </p:spPr>
      </p:sp>
      <p:sp>
        <p:nvSpPr>
          <p:cNvPr id="3" name="OuterShadow-Large"/>
          <p:cNvSpPr/>
          <p:nvPr/>
        </p:nvSpPr>
        <p:spPr>
          <a:xfrm>
            <a:off x="3181333.3333333335" y="200000"/>
            <a:ext cx="2781333.3333333335" cy="2271750"/>
          </a:xfrm>
          <a:prstGeom prst="rect">
            <a:avLst/>
          </a:prstGeom>
          <a:solidFill>
            <a:srgbClr val="ED7D31"/>
          </a:solidFill>
          <a:effectLst>
            <a:outerShdw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4" name="Glow"/>
          <p:cNvSpPr/>
          <p:nvPr/>
        </p:nvSpPr>
        <p:spPr>
          <a:xfrm>
            <a:off x="6162666.666666667" y="200000"/>
            <a:ext cx="2781333.3333333335" cy="2271750"/>
          </a:xfrm>
          <a:prstGeom prst="ellipse">
            <a:avLst/>
          </a:prstGeom>
          <a:solidFill>
            <a:srgbClr val="5B9BD5"/>
          </a:solidFill>
          <a:effectLst>
            <a:glow rad="63500">
              <a:srgbClr val="4472C4">
                <a:alpha val="40000"/>
              </a:srgbClr>
            </a:glow>
          </a:effectLst>
        </p:spPr>
      </p:sp>
      <p:sp>
        <p:nvSpPr>
          <p:cNvPr id="5" name="InnerShadow"/>
          <p:cNvSpPr/>
          <p:nvPr/>
        </p:nvSpPr>
        <p:spPr>
          <a:xfrm>
            <a:off x="200000" y="2671750"/>
            <a:ext cx="2781333.3333333335" cy="2271750"/>
          </a:xfrm>
          <a:prstGeom prst="roundRect">
            <a:avLst/>
          </a:prstGeom>
          <a:solidFill>
            <a:srgbClr val="A5A5A5"/>
          </a:solidFill>
          <a:effectLst>
            <a:innerShdw blurRad="63500" dist="50800" dir="2700000">
              <a:srgbClr val="000000">
                <a:alpha val="50000"/>
              </a:srgbClr>
            </a:innerShdw>
          </a:effectLst>
        </p:spPr>
      </p:sp>
      <p:sp>
        <p:nvSpPr>
          <p:cNvPr id="6" name="SoftEdge"/>
          <p:cNvSpPr/>
          <p:nvPr/>
        </p:nvSpPr>
        <p:spPr>
          <a:xfrm>
            <a:off x="3181333.3333333335" y="2671750"/>
            <a:ext cx="2781333.3333333335" cy="2271750"/>
          </a:xfrm>
          <a:prstGeom prst="rect">
            <a:avLst/>
          </a:prstGeom>
          <a:solidFill>
            <a:srgbClr val="FFC000"/>
          </a:solidFill>
          <a:effectLst>
            <a:softEdge rad="31750"/>
          </a:effectLst>
        </p:spPr>
      </p:sp>
      <p:sp>
        <p:nvSpPr>
          <p:cNvPr id="7" name="Combined"/>
          <p:cNvSpPr/>
          <p:nvPr/>
        </p:nvSpPr>
        <p:spPr>
          <a:xfrm>
            <a:off x="6162666.666666667" y="2671750"/>
            <a:ext cx="2781333.3333333335" cy="2271750"/>
          </a:xfrm>
          <a:prstGeom prst="diamond">
            <a:avLst/>
          </a:prstGeom>
          <a:solidFill>
            <a:srgbClr val="70AD47"/>
          </a:solidFill>
          <a:effectLst>
            <a:outerShdw blurRad="40000" dist="20000" dir="5400000">
              <a:srgbClr val="000000">
                <a:alpha val="50000"/>
              </a:srgbClr>
            </a:outerShdw>
            <a:glow rad="63500">
              <a:srgbClr val="70AD47">
                <a:alpha val="30000"/>
              </a:srgbClr>
            </a:glow>
          </a:effectLst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