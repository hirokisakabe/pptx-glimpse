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Bold"/>
          <p:cNvSpPr/>
          <p:nvPr/>
        </p:nvSpPr>
        <p:spPr>
          <a:xfrm>
            <a:off x="200000" y="200000"/>
            <a:ext cx="2036000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/>
            <a:r>
              <a:rPr lang="en-US" sz="1800" b="1">
                <a:solidFill>
                  <a:srgbClr val="333333"/>
                </a:solidFill>
              </a:rPr>
              <a:t>Bold</a:t>
            </a:r>
          </a:p>
        </p:txBody>
      </p:sp>
      <p:sp>
        <p:nvSpPr>
          <p:cNvPr id="3" name="text-Italic"/>
          <p:cNvSpPr/>
          <p:nvPr/>
        </p:nvSpPr>
        <p:spPr>
          <a:xfrm>
            <a:off x="2436000" y="200000"/>
            <a:ext cx="2036000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/>
            <a:r>
              <a:rPr lang="en-US" sz="1800" i="1">
                <a:solidFill>
                  <a:srgbClr val="333333"/>
                </a:solidFill>
              </a:rPr>
              <a:t>Italic</a:t>
            </a:r>
          </a:p>
        </p:txBody>
      </p:sp>
      <p:sp>
        <p:nvSpPr>
          <p:cNvPr id="4" name="text-Underline"/>
          <p:cNvSpPr/>
          <p:nvPr/>
        </p:nvSpPr>
        <p:spPr>
          <a:xfrm>
            <a:off x="4672000" y="200000"/>
            <a:ext cx="2036000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/>
            <a:r>
              <a:rPr lang="en-US" sz="1800" u="sng">
                <a:solidFill>
                  <a:srgbClr val="333333"/>
                </a:solidFill>
              </a:rPr>
              <a:t>Underline</a:t>
            </a:r>
          </a:p>
        </p:txBody>
      </p:sp>
      <p:sp>
        <p:nvSpPr>
          <p:cNvPr id="5" name="text-Strike"/>
          <p:cNvSpPr/>
          <p:nvPr/>
        </p:nvSpPr>
        <p:spPr>
          <a:xfrm>
            <a:off x="6908000" y="200000"/>
            <a:ext cx="2036000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/>
            <a:r>
              <a:rPr lang="en-US" sz="1800" strike="sngStrike">
                <a:solidFill>
                  <a:srgbClr val="333333"/>
                </a:solidFill>
              </a:rPr>
              <a:t>Strike</a:t>
            </a:r>
          </a:p>
        </p:txBody>
      </p:sp>
      <p:sp>
        <p:nvSpPr>
          <p:cNvPr id="6" name="text-Small (12pt)"/>
          <p:cNvSpPr/>
          <p:nvPr/>
        </p:nvSpPr>
        <p:spPr>
          <a:xfrm>
            <a:off x="200000" y="2671750"/>
            <a:ext cx="2036000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/>
            <a:r>
              <a:rPr lang="en-US" sz="1200">
                <a:solidFill>
                  <a:srgbClr val="333333"/>
                </a:solidFill>
              </a:rPr>
              <a:t>Small (12pt)</a:t>
            </a:r>
          </a:p>
        </p:txBody>
      </p:sp>
      <p:sp>
        <p:nvSpPr>
          <p:cNvPr id="7" name="text-Large (36pt)"/>
          <p:cNvSpPr/>
          <p:nvPr/>
        </p:nvSpPr>
        <p:spPr>
          <a:xfrm>
            <a:off x="2436000" y="2671750"/>
            <a:ext cx="2036000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/>
            <a:r>
              <a:rPr lang="en-US" sz="3600">
                <a:solidFill>
                  <a:srgbClr val="333333"/>
                </a:solidFill>
              </a:rPr>
              <a:t>Large (36pt)</a:t>
            </a:r>
          </a:p>
        </p:txBody>
      </p:sp>
      <p:sp>
        <p:nvSpPr>
          <p:cNvPr id="8" name="text-Red Text"/>
          <p:cNvSpPr/>
          <p:nvPr/>
        </p:nvSpPr>
        <p:spPr>
          <a:xfrm>
            <a:off x="4672000" y="2671750"/>
            <a:ext cx="2036000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/>
            <a:r>
              <a:rPr lang="en-US" sz="1800">
                <a:solidFill>
                  <a:srgbClr val="FF0000"/>
                </a:solidFill>
              </a:rPr>
              <a:t>Red Text</a:t>
            </a:r>
          </a:p>
        </p:txBody>
      </p:sp>
      <p:sp>
        <p:nvSpPr>
          <p:cNvPr id="9" name="text-Blue Text"/>
          <p:cNvSpPr/>
          <p:nvPr/>
        </p:nvSpPr>
        <p:spPr>
          <a:xfrm>
            <a:off x="6908000" y="2671750"/>
            <a:ext cx="2036000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/>
            <a:r>
              <a:rPr lang="en-US" sz="1800">
                <a:solidFill>
                  <a:srgbClr val="0000FF"/>
                </a:solidFill>
              </a:rPr>
              <a:t>Blue Text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Left Align"/>
          <p:cNvSpPr/>
          <p:nvPr/>
        </p:nvSpPr>
        <p:spPr>
          <a:xfrm>
            <a:off x="200000" y="200000"/>
            <a:ext cx="2781333.3333333335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 algn="l"/>
            <a:r>
              <a:rPr lang="en-US" sz="1800">
                <a:solidFill>
                  <a:srgbClr val="333333"/>
                </a:solidFill>
              </a:rPr>
              <a:t>Left Align</a:t>
            </a:r>
          </a:p>
        </p:txBody>
      </p:sp>
      <p:sp>
        <p:nvSpPr>
          <p:cNvPr id="3" name="text-Center"/>
          <p:cNvSpPr/>
          <p:nvPr/>
        </p:nvSpPr>
        <p:spPr>
          <a:xfrm>
            <a:off x="3181333.3333333335" y="200000"/>
            <a:ext cx="2781333.3333333335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 algn="ctr"/>
            <a:r>
              <a:rPr lang="en-US" sz="1800">
                <a:solidFill>
                  <a:srgbClr val="333333"/>
                </a:solidFill>
              </a:rPr>
              <a:t>Center</a:t>
            </a:r>
          </a:p>
        </p:txBody>
      </p:sp>
      <p:sp>
        <p:nvSpPr>
          <p:cNvPr id="4" name="text-Right Align"/>
          <p:cNvSpPr/>
          <p:nvPr/>
        </p:nvSpPr>
        <p:spPr>
          <a:xfrm>
            <a:off x="6162666.666666667" y="200000"/>
            <a:ext cx="2781333.3333333335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 algn="r"/>
            <a:r>
              <a:rPr lang="en-US" sz="1800">
                <a:solidFill>
                  <a:srgbClr val="333333"/>
                </a:solidFill>
              </a:rPr>
              <a:t>Right Align</a:t>
            </a:r>
          </a:p>
        </p:txBody>
      </p:sp>
      <p:sp>
        <p:nvSpPr>
          <p:cNvPr id="5" name="text-Top Anchor"/>
          <p:cNvSpPr/>
          <p:nvPr/>
        </p:nvSpPr>
        <p:spPr>
          <a:xfrm>
            <a:off x="200000" y="2671750"/>
            <a:ext cx="2781333.3333333335" cy="2271750"/>
          </a:xfrm>
          <a:prstGeom prst="rect">
            <a:avLst/>
          </a:prstGeom>
          <a:solidFill>
            <a:srgbClr val="F0F0F0"/>
          </a:solidFill>
        </p:spPr>
        <p:txBody>
          <a:bodyPr anchor="t"/>
          <a:lstStyle/>
          <a:p>
            <a:pPr algn="ctr"/>
            <a:r>
              <a:rPr lang="en-US" sz="1800">
                <a:solidFill>
                  <a:srgbClr val="333333"/>
                </a:solidFill>
              </a:rPr>
              <a:t>Top Anchor</a:t>
            </a:r>
          </a:p>
        </p:txBody>
      </p:sp>
      <p:sp>
        <p:nvSpPr>
          <p:cNvPr id="6" name="text-Line Spacing 200%"/>
          <p:cNvSpPr/>
          <p:nvPr/>
        </p:nvSpPr>
        <p:spPr>
          <a:xfrm>
            <a:off x="3181333.3333333335" y="2671750"/>
            <a:ext cx="2781333.3333333335" cy="2271750"/>
          </a:xfrm>
          <a:prstGeom prst="rect">
            <a:avLst/>
          </a:prstGeom>
          <a:solidFill>
            <a:srgbClr val="F0F0F0"/>
          </a:solidFill>
        </p:spPr>
        <p:txBody>
          <a:bodyPr anchor="ctr"/>
          <a:lstStyle/>
          <a:p>
            <a:pPr>
              <a:lnSpc>
                <a:spcPct val="200000"/>
              </a:lnSpc>
            </a:pPr>
            <a:r>
              <a:rPr lang="en-US" sz="1800">
                <a:solidFill>
                  <a:srgbClr val="333333"/>
                </a:solidFill>
              </a:rPr>
              <a:t>Line Spacing 200%</a:t>
            </a:r>
          </a:p>
        </p:txBody>
      </p:sp>
      <p:sp>
        <p:nvSpPr>
          <p:cNvPr id="7" name="text-AutoFit Text That Should Shrink Down"/>
          <p:cNvSpPr/>
          <p:nvPr/>
        </p:nvSpPr>
        <p:spPr>
          <a:xfrm>
            <a:off x="6162666.666666667" y="2671750"/>
            <a:ext cx="2781333.3333333335" cy="2271750"/>
          </a:xfrm>
          <a:prstGeom prst="rect">
            <a:avLst/>
          </a:prstGeom>
          <a:solidFill>
            <a:srgbClr val="F0F0F0"/>
          </a:solidFill>
        </p:spPr>
        <p:txBody>
          <a:bodyPr anchor="ctr">
            <a:normAutofit fontScale="50000"/>
          </a:bodyPr>
          <a:lstStyle/>
          <a:p>
            <a:pPr/>
            <a:r>
              <a:rPr lang="en-US" sz="1800">
                <a:solidFill>
                  <a:srgbClr val="333333"/>
                </a:solidFill>
              </a:rPr>
              <a:t>AutoFit Text That Should Shrink Down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