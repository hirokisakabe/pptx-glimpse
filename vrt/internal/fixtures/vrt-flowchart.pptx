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r:id="rId1"/>
  </p:sldMasterIdLst>
  <p:sldIdLst>
    <p:sldId id="256" r:id="rId2"/>
    <p:sldId id="257" r:id="rId3"/>
  </p:sldIdLst>
  <p:sldSz cx="9144000" cy="5143500" type="screen16x9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Process"/>
          <p:cNvSpPr/>
          <p:nvPr/>
        </p:nvSpPr>
        <p:spPr>
          <a:xfrm>
            <a:off x="200000" y="200000"/>
            <a:ext cx="1077714.2857142857" cy="2271750"/>
          </a:xfrm>
          <a:prstGeom prst="flowChartProcess">
            <a:avLst/>
          </a:prstGeom>
          <a:solidFill>
            <a:srgbClr val="4472C4"/>
          </a:solidFill>
          <a:ln w="12700">
            <a:solidFill>
              <a:srgbClr val="333333"/>
            </a:solidFill>
          </a:ln>
        </p:spPr>
      </p:sp>
      <p:sp>
        <p:nvSpPr>
          <p:cNvPr id="3" name="flowChartAlternateProcess"/>
          <p:cNvSpPr/>
          <p:nvPr/>
        </p:nvSpPr>
        <p:spPr>
          <a:xfrm>
            <a:off x="1477714.2857142857" y="200000"/>
            <a:ext cx="1077714.2857142857" cy="2271750"/>
          </a:xfrm>
          <a:prstGeom prst="flowChartAlternateProcess">
            <a:avLst/>
          </a:prstGeom>
          <a:solidFill>
            <a:srgbClr val="ED7D31"/>
          </a:solidFill>
          <a:ln w="12700">
            <a:solidFill>
              <a:srgbClr val="333333"/>
            </a:solidFill>
          </a:ln>
        </p:spPr>
      </p:sp>
      <p:sp>
        <p:nvSpPr>
          <p:cNvPr id="4" name="flowChartDecision"/>
          <p:cNvSpPr/>
          <p:nvPr/>
        </p:nvSpPr>
        <p:spPr>
          <a:xfrm>
            <a:off x="2755428.5714285714" y="200000"/>
            <a:ext cx="1077714.2857142857" cy="2271750"/>
          </a:xfrm>
          <a:prstGeom prst="flowChartDecision">
            <a:avLst/>
          </a:prstGeom>
          <a:solidFill>
            <a:srgbClr val="A5A5A5"/>
          </a:solidFill>
          <a:ln w="12700">
            <a:solidFill>
              <a:srgbClr val="333333"/>
            </a:solidFill>
          </a:ln>
        </p:spPr>
      </p:sp>
      <p:sp>
        <p:nvSpPr>
          <p:cNvPr id="5" name="flowChartInputOutput"/>
          <p:cNvSpPr/>
          <p:nvPr/>
        </p:nvSpPr>
        <p:spPr>
          <a:xfrm>
            <a:off x="4033142.8571428573" y="200000"/>
            <a:ext cx="1077714.2857142857" cy="2271750"/>
          </a:xfrm>
          <a:prstGeom prst="flowChartInputOutput">
            <a:avLst/>
          </a:prstGeom>
          <a:solidFill>
            <a:srgbClr val="FFC000"/>
          </a:solidFill>
          <a:ln w="12700">
            <a:solidFill>
              <a:srgbClr val="333333"/>
            </a:solidFill>
          </a:ln>
        </p:spPr>
      </p:sp>
      <p:sp>
        <p:nvSpPr>
          <p:cNvPr id="6" name="flowChartPredefinedProcess"/>
          <p:cNvSpPr/>
          <p:nvPr/>
        </p:nvSpPr>
        <p:spPr>
          <a:xfrm>
            <a:off x="5310857.142857143" y="200000"/>
            <a:ext cx="1077714.2857142857" cy="2271750"/>
          </a:xfrm>
          <a:prstGeom prst="flowChartPredefinedProcess">
            <a:avLst/>
          </a:prstGeom>
          <a:solidFill>
            <a:srgbClr val="5B9BD5"/>
          </a:solidFill>
          <a:ln w="12700">
            <a:solidFill>
              <a:srgbClr val="333333"/>
            </a:solidFill>
          </a:ln>
        </p:spPr>
      </p:sp>
      <p:sp>
        <p:nvSpPr>
          <p:cNvPr id="7" name="flowChartInternalStorage"/>
          <p:cNvSpPr/>
          <p:nvPr/>
        </p:nvSpPr>
        <p:spPr>
          <a:xfrm>
            <a:off x="6588571.428571428" y="200000"/>
            <a:ext cx="1077714.2857142857" cy="2271750"/>
          </a:xfrm>
          <a:prstGeom prst="flowChartInternalStorage">
            <a:avLst/>
          </a:prstGeom>
          <a:solidFill>
            <a:srgbClr val="70AD47"/>
          </a:solidFill>
          <a:ln w="12700">
            <a:solidFill>
              <a:srgbClr val="333333"/>
            </a:solidFill>
          </a:ln>
        </p:spPr>
      </p:sp>
      <p:sp>
        <p:nvSpPr>
          <p:cNvPr id="8" name="flowChartDocument"/>
          <p:cNvSpPr/>
          <p:nvPr/>
        </p:nvSpPr>
        <p:spPr>
          <a:xfrm>
            <a:off x="7866285.714285715" y="200000"/>
            <a:ext cx="1077714.2857142857" cy="2271750"/>
          </a:xfrm>
          <a:prstGeom prst="flowChartDocument">
            <a:avLst/>
          </a:prstGeom>
          <a:solidFill>
            <a:srgbClr val="FF6384"/>
          </a:solidFill>
          <a:ln w="12700">
            <a:solidFill>
              <a:srgbClr val="333333"/>
            </a:solidFill>
          </a:ln>
        </p:spPr>
      </p:sp>
      <p:sp>
        <p:nvSpPr>
          <p:cNvPr id="9" name="flowChartMultidocument"/>
          <p:cNvSpPr/>
          <p:nvPr/>
        </p:nvSpPr>
        <p:spPr>
          <a:xfrm>
            <a:off x="200000" y="2671750"/>
            <a:ext cx="1077714.2857142857" cy="2271750"/>
          </a:xfrm>
          <a:prstGeom prst="flowChartMultidocument">
            <a:avLst/>
          </a:prstGeom>
          <a:solidFill>
            <a:srgbClr val="36A2EB"/>
          </a:solidFill>
          <a:ln w="12700">
            <a:solidFill>
              <a:srgbClr val="333333"/>
            </a:solidFill>
          </a:ln>
        </p:spPr>
      </p:sp>
      <p:sp>
        <p:nvSpPr>
          <p:cNvPr id="10" name="flowChartTerminator"/>
          <p:cNvSpPr/>
          <p:nvPr/>
        </p:nvSpPr>
        <p:spPr>
          <a:xfrm>
            <a:off x="1477714.2857142857" y="2671750"/>
            <a:ext cx="1077714.2857142857" cy="2271750"/>
          </a:xfrm>
          <a:prstGeom prst="flowChartTerminator">
            <a:avLst/>
          </a:prstGeom>
          <a:solidFill>
            <a:srgbClr val="FFCE56"/>
          </a:solidFill>
          <a:ln w="12700">
            <a:solidFill>
              <a:srgbClr val="333333"/>
            </a:solidFill>
          </a:ln>
        </p:spPr>
      </p:sp>
      <p:sp>
        <p:nvSpPr>
          <p:cNvPr id="11" name="flowChartPreparation"/>
          <p:cNvSpPr/>
          <p:nvPr/>
        </p:nvSpPr>
        <p:spPr>
          <a:xfrm>
            <a:off x="2755428.5714285714" y="2671750"/>
            <a:ext cx="1077714.2857142857" cy="2271750"/>
          </a:xfrm>
          <a:prstGeom prst="flowChartPreparation">
            <a:avLst/>
          </a:prstGeom>
          <a:solidFill>
            <a:srgbClr val="9966FF"/>
          </a:solidFill>
          <a:ln w="12700">
            <a:solidFill>
              <a:srgbClr val="333333"/>
            </a:solidFill>
          </a:ln>
        </p:spPr>
      </p:sp>
      <p:sp>
        <p:nvSpPr>
          <p:cNvPr id="12" name="flowChartManualInput"/>
          <p:cNvSpPr/>
          <p:nvPr/>
        </p:nvSpPr>
        <p:spPr>
          <a:xfrm>
            <a:off x="4033142.8571428573" y="2671750"/>
            <a:ext cx="1077714.2857142857" cy="2271750"/>
          </a:xfrm>
          <a:prstGeom prst="flowChartManualInput">
            <a:avLst/>
          </a:prstGeom>
          <a:solidFill>
            <a:srgbClr val="4472C4"/>
          </a:solidFill>
          <a:ln w="12700">
            <a:solidFill>
              <a:srgbClr val="333333"/>
            </a:solidFill>
          </a:ln>
        </p:spPr>
      </p:sp>
      <p:sp>
        <p:nvSpPr>
          <p:cNvPr id="13" name="flowChartManualOperation"/>
          <p:cNvSpPr/>
          <p:nvPr/>
        </p:nvSpPr>
        <p:spPr>
          <a:xfrm>
            <a:off x="5310857.142857143" y="2671750"/>
            <a:ext cx="1077714.2857142857" cy="2271750"/>
          </a:xfrm>
          <a:prstGeom prst="flowChartManualOperation">
            <a:avLst/>
          </a:prstGeom>
          <a:solidFill>
            <a:srgbClr val="ED7D31"/>
          </a:solidFill>
          <a:ln w="12700">
            <a:solidFill>
              <a:srgbClr val="333333"/>
            </a:solidFill>
          </a:ln>
        </p:spPr>
      </p:sp>
      <p:sp>
        <p:nvSpPr>
          <p:cNvPr id="14" name="flowChartConnector"/>
          <p:cNvSpPr/>
          <p:nvPr/>
        </p:nvSpPr>
        <p:spPr>
          <a:xfrm>
            <a:off x="6588571.428571428" y="2671750"/>
            <a:ext cx="1077714.2857142857" cy="2271750"/>
          </a:xfrm>
          <a:prstGeom prst="flowChartConnector">
            <a:avLst/>
          </a:prstGeom>
          <a:solidFill>
            <a:srgbClr val="A5A5A5"/>
          </a:solidFill>
          <a:ln w="12700">
            <a:solidFill>
              <a:srgbClr val="333333"/>
            </a:solidFill>
          </a:ln>
        </p:spPr>
      </p:sp>
      <p:sp>
        <p:nvSpPr>
          <p:cNvPr id="15" name="flowChartOffpageConnector"/>
          <p:cNvSpPr/>
          <p:nvPr/>
        </p:nvSpPr>
        <p:spPr>
          <a:xfrm>
            <a:off x="7866285.714285715" y="2671750"/>
            <a:ext cx="1077714.2857142857" cy="2271750"/>
          </a:xfrm>
          <a:prstGeom prst="flowChartOffpageConnector">
            <a:avLst/>
          </a:prstGeom>
          <a:solidFill>
            <a:srgbClr val="FFC000"/>
          </a:solidFill>
          <a:ln w="12700">
            <a:solidFill>
              <a:srgbClr val="333333"/>
            </a:solidFill>
          </a:ln>
        </p:spPr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PunchedCard"/>
          <p:cNvSpPr/>
          <p:nvPr/>
        </p:nvSpPr>
        <p:spPr>
          <a:xfrm>
            <a:off x="200000" y="200000"/>
            <a:ext cx="1077714.2857142857" cy="2271750"/>
          </a:xfrm>
          <a:prstGeom prst="flowChartPunchedCard">
            <a:avLst/>
          </a:prstGeom>
          <a:solidFill>
            <a:srgbClr val="4472C4"/>
          </a:solidFill>
          <a:ln w="12700">
            <a:solidFill>
              <a:srgbClr val="333333"/>
            </a:solidFill>
          </a:ln>
        </p:spPr>
      </p:sp>
      <p:sp>
        <p:nvSpPr>
          <p:cNvPr id="3" name="flowChartPunchedTape"/>
          <p:cNvSpPr/>
          <p:nvPr/>
        </p:nvSpPr>
        <p:spPr>
          <a:xfrm>
            <a:off x="1477714.2857142857" y="200000"/>
            <a:ext cx="1077714.2857142857" cy="2271750"/>
          </a:xfrm>
          <a:prstGeom prst="flowChartPunchedTape">
            <a:avLst/>
          </a:prstGeom>
          <a:solidFill>
            <a:srgbClr val="ED7D31"/>
          </a:solidFill>
          <a:ln w="12700">
            <a:solidFill>
              <a:srgbClr val="333333"/>
            </a:solidFill>
          </a:ln>
        </p:spPr>
      </p:sp>
      <p:sp>
        <p:nvSpPr>
          <p:cNvPr id="4" name="flowChartCollate"/>
          <p:cNvSpPr/>
          <p:nvPr/>
        </p:nvSpPr>
        <p:spPr>
          <a:xfrm>
            <a:off x="2755428.5714285714" y="200000"/>
            <a:ext cx="1077714.2857142857" cy="2271750"/>
          </a:xfrm>
          <a:prstGeom prst="flowChartCollate">
            <a:avLst/>
          </a:prstGeom>
          <a:solidFill>
            <a:srgbClr val="A5A5A5"/>
          </a:solidFill>
          <a:ln w="12700">
            <a:solidFill>
              <a:srgbClr val="333333"/>
            </a:solidFill>
          </a:ln>
        </p:spPr>
      </p:sp>
      <p:sp>
        <p:nvSpPr>
          <p:cNvPr id="5" name="flowChartSort"/>
          <p:cNvSpPr/>
          <p:nvPr/>
        </p:nvSpPr>
        <p:spPr>
          <a:xfrm>
            <a:off x="4033142.8571428573" y="200000"/>
            <a:ext cx="1077714.2857142857" cy="2271750"/>
          </a:xfrm>
          <a:prstGeom prst="flowChartSort">
            <a:avLst/>
          </a:prstGeom>
          <a:solidFill>
            <a:srgbClr val="FFC000"/>
          </a:solidFill>
          <a:ln w="12700">
            <a:solidFill>
              <a:srgbClr val="333333"/>
            </a:solidFill>
          </a:ln>
        </p:spPr>
      </p:sp>
      <p:sp>
        <p:nvSpPr>
          <p:cNvPr id="6" name="flowChartExtract"/>
          <p:cNvSpPr/>
          <p:nvPr/>
        </p:nvSpPr>
        <p:spPr>
          <a:xfrm>
            <a:off x="5310857.142857143" y="200000"/>
            <a:ext cx="1077714.2857142857" cy="2271750"/>
          </a:xfrm>
          <a:prstGeom prst="flowChartExtract">
            <a:avLst/>
          </a:prstGeom>
          <a:solidFill>
            <a:srgbClr val="5B9BD5"/>
          </a:solidFill>
          <a:ln w="12700">
            <a:solidFill>
              <a:srgbClr val="333333"/>
            </a:solidFill>
          </a:ln>
        </p:spPr>
      </p:sp>
      <p:sp>
        <p:nvSpPr>
          <p:cNvPr id="7" name="flowChartMerge"/>
          <p:cNvSpPr/>
          <p:nvPr/>
        </p:nvSpPr>
        <p:spPr>
          <a:xfrm>
            <a:off x="6588571.428571428" y="200000"/>
            <a:ext cx="1077714.2857142857" cy="2271750"/>
          </a:xfrm>
          <a:prstGeom prst="flowChartMerge">
            <a:avLst/>
          </a:prstGeom>
          <a:solidFill>
            <a:srgbClr val="70AD47"/>
          </a:solidFill>
          <a:ln w="12700">
            <a:solidFill>
              <a:srgbClr val="333333"/>
            </a:solidFill>
          </a:ln>
        </p:spPr>
      </p:sp>
      <p:sp>
        <p:nvSpPr>
          <p:cNvPr id="8" name="flowChartOnlineStorage"/>
          <p:cNvSpPr/>
          <p:nvPr/>
        </p:nvSpPr>
        <p:spPr>
          <a:xfrm>
            <a:off x="7866285.714285715" y="200000"/>
            <a:ext cx="1077714.2857142857" cy="2271750"/>
          </a:xfrm>
          <a:prstGeom prst="flowChartOnlineStorage">
            <a:avLst/>
          </a:prstGeom>
          <a:solidFill>
            <a:srgbClr val="FF6384"/>
          </a:solidFill>
          <a:ln w="12700">
            <a:solidFill>
              <a:srgbClr val="333333"/>
            </a:solidFill>
          </a:ln>
        </p:spPr>
      </p:sp>
      <p:sp>
        <p:nvSpPr>
          <p:cNvPr id="9" name="flowChartDelay"/>
          <p:cNvSpPr/>
          <p:nvPr/>
        </p:nvSpPr>
        <p:spPr>
          <a:xfrm>
            <a:off x="200000" y="2671750"/>
            <a:ext cx="1077714.2857142857" cy="2271750"/>
          </a:xfrm>
          <a:prstGeom prst="flowChartDelay">
            <a:avLst/>
          </a:prstGeom>
          <a:solidFill>
            <a:srgbClr val="36A2EB"/>
          </a:solidFill>
          <a:ln w="12700">
            <a:solidFill>
              <a:srgbClr val="333333"/>
            </a:solidFill>
          </a:ln>
        </p:spPr>
      </p:sp>
      <p:sp>
        <p:nvSpPr>
          <p:cNvPr id="10" name="flowChartDisplay"/>
          <p:cNvSpPr/>
          <p:nvPr/>
        </p:nvSpPr>
        <p:spPr>
          <a:xfrm>
            <a:off x="1477714.2857142857" y="2671750"/>
            <a:ext cx="1077714.2857142857" cy="2271750"/>
          </a:xfrm>
          <a:prstGeom prst="flowChartDisplay">
            <a:avLst/>
          </a:prstGeom>
          <a:solidFill>
            <a:srgbClr val="FFCE56"/>
          </a:solidFill>
          <a:ln w="12700">
            <a:solidFill>
              <a:srgbClr val="333333"/>
            </a:solidFill>
          </a:ln>
        </p:spPr>
      </p:sp>
      <p:sp>
        <p:nvSpPr>
          <p:cNvPr id="11" name="flowChartMagneticTape"/>
          <p:cNvSpPr/>
          <p:nvPr/>
        </p:nvSpPr>
        <p:spPr>
          <a:xfrm>
            <a:off x="2755428.5714285714" y="2671750"/>
            <a:ext cx="1077714.2857142857" cy="2271750"/>
          </a:xfrm>
          <a:prstGeom prst="flowChartMagneticTape">
            <a:avLst/>
          </a:prstGeom>
          <a:solidFill>
            <a:srgbClr val="9966FF"/>
          </a:solidFill>
          <a:ln w="12700">
            <a:solidFill>
              <a:srgbClr val="333333"/>
            </a:solidFill>
          </a:ln>
        </p:spPr>
      </p:sp>
      <p:sp>
        <p:nvSpPr>
          <p:cNvPr id="12" name="flowChartMagneticDisk"/>
          <p:cNvSpPr/>
          <p:nvPr/>
        </p:nvSpPr>
        <p:spPr>
          <a:xfrm>
            <a:off x="4033142.8571428573" y="2671750"/>
            <a:ext cx="1077714.2857142857" cy="2271750"/>
          </a:xfrm>
          <a:prstGeom prst="flowChartMagneticDisk">
            <a:avLst/>
          </a:prstGeom>
          <a:solidFill>
            <a:srgbClr val="4472C4"/>
          </a:solidFill>
          <a:ln w="12700">
            <a:solidFill>
              <a:srgbClr val="333333"/>
            </a:solidFill>
          </a:ln>
        </p:spPr>
      </p:sp>
      <p:sp>
        <p:nvSpPr>
          <p:cNvPr id="13" name="flowChartMagneticDrum"/>
          <p:cNvSpPr/>
          <p:nvPr/>
        </p:nvSpPr>
        <p:spPr>
          <a:xfrm>
            <a:off x="5310857.142857143" y="2671750"/>
            <a:ext cx="1077714.2857142857" cy="2271750"/>
          </a:xfrm>
          <a:prstGeom prst="flowChartMagneticDrum">
            <a:avLst/>
          </a:prstGeom>
          <a:solidFill>
            <a:srgbClr val="ED7D31"/>
          </a:solidFill>
          <a:ln w="12700">
            <a:solidFill>
              <a:srgbClr val="333333"/>
            </a:solidFill>
          </a:ln>
        </p:spPr>
      </p:sp>
      <p:sp>
        <p:nvSpPr>
          <p:cNvPr id="14" name="flowChartSummingJunction"/>
          <p:cNvSpPr/>
          <p:nvPr/>
        </p:nvSpPr>
        <p:spPr>
          <a:xfrm>
            <a:off x="6588571.428571428" y="2671750"/>
            <a:ext cx="1077714.2857142857" cy="2271750"/>
          </a:xfrm>
          <a:prstGeom prst="flowChartSummingJunction">
            <a:avLst/>
          </a:prstGeom>
          <a:solidFill>
            <a:srgbClr val="A5A5A5"/>
          </a:solidFill>
          <a:ln w="12700">
            <a:solidFill>
              <a:srgbClr val="333333"/>
            </a:solidFill>
          </a:ln>
        </p:spPr>
      </p:sp>
      <p:sp>
        <p:nvSpPr>
          <p:cNvPr id="15" name="flowChartOr"/>
          <p:cNvSpPr/>
          <p:nvPr/>
        </p:nvSpPr>
        <p:spPr>
          <a:xfrm>
            <a:off x="7866285.714285715" y="2671750"/>
            <a:ext cx="1077714.2857142857" cy="2271750"/>
          </a:xfrm>
          <a:prstGeom prst="flowChartOr">
            <a:avLst/>
          </a:prstGeom>
          <a:solidFill>
            <a:srgbClr val="FFC000"/>
          </a:solidFill>
          <a:ln w="12700">
            <a:solidFill>
              <a:srgbClr val="333333"/>
            </a:solidFill>
          </a:ln>
        </p:spPr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/>
  </a:themeElements>
</a:theme>
</file>