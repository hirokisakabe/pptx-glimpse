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/>
          <p:nvPr/>
        </p:nvPicPr>
        <p:blipFill>
          <a:blip r:embed="rId2"/>
          <a:stretch>
            <a:fillRect/>
          </a:stretch>
        </p:blipFill>
        <p:spPr>
          <a:xfrm>
            <a:off x="2000000" y="1000000"/>
            <a:ext cx="5000000" cy="300000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