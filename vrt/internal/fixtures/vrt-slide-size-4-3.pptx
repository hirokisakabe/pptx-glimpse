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  <p:sldId id="258" r:id="rId4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200000" y="200000"/>
            <a:ext cx="2781333.3333333335" cy="3129000"/>
          </a:xfrm>
          <a:prstGeom prst="rect">
            <a:avLst/>
          </a:prstGeom>
          <a:solidFill>
            <a:srgbClr val="A5A5A5"/>
          </a:solidFill>
        </p:spPr>
        <p:txBody>
          <a:bodyPr anchor="ctr"/>
          <a:lstStyle/>
          <a:p>
            <a:pPr/>
            <a:r>
              <a:rPr lang="en-US" sz="1400">
                <a:solidFill>
                  <a:srgbClr val="FFFFFF"/>
                </a:solidFill>
              </a:rPr>
              <a:t>Rectangle</a:t>
            </a:r>
          </a:p>
        </p:txBody>
      </p:sp>
      <p:sp>
        <p:nvSpPr>
          <p:cNvPr id="3" name="Ellipse"/>
          <p:cNvSpPr/>
          <p:nvPr/>
        </p:nvSpPr>
        <p:spPr>
          <a:xfrm>
            <a:off x="3181333.3333333335" y="200000"/>
            <a:ext cx="2781333.3333333335" cy="3129000"/>
          </a:xfrm>
          <a:prstGeom prst="ellipse">
            <a:avLst/>
          </a:prstGeom>
          <a:solidFill>
            <a:srgbClr val="FFC000"/>
          </a:solidFill>
        </p:spPr>
        <p:txBody>
          <a:bodyPr anchor="ctr"/>
          <a:lstStyle/>
          <a:p>
            <a:pPr/>
            <a:r>
              <a:rPr lang="en-US" sz="1400">
                <a:solidFill>
                  <a:srgbClr val="FFFFFF"/>
                </a:solidFill>
              </a:rPr>
              <a:t>Ellipse</a:t>
            </a:r>
          </a:p>
        </p:txBody>
      </p:sp>
      <p:sp>
        <p:nvSpPr>
          <p:cNvPr id="4" name="RoundRect"/>
          <p:cNvSpPr/>
          <p:nvPr/>
        </p:nvSpPr>
        <p:spPr>
          <a:xfrm>
            <a:off x="6162666.666666667" y="200000"/>
            <a:ext cx="2781333.3333333335" cy="3129000"/>
          </a:xfrm>
          <a:prstGeom prst="roundRect">
            <a:avLst/>
          </a:prstGeom>
          <a:solidFill>
            <a:srgbClr val="5B9BD5"/>
          </a:solidFill>
        </p:spPr>
        <p:txBody>
          <a:bodyPr anchor="ctr"/>
          <a:lstStyle/>
          <a:p>
            <a:pPr/>
            <a:r>
              <a:rPr lang="en-US" sz="1400">
                <a:solidFill>
                  <a:srgbClr val="FFFFFF"/>
                </a:solidFill>
              </a:rPr>
              <a:t>RoundRect</a:t>
            </a:r>
          </a:p>
        </p:txBody>
      </p:sp>
      <p:sp>
        <p:nvSpPr>
          <p:cNvPr id="5" name="Diamond"/>
          <p:cNvSpPr/>
          <p:nvPr/>
        </p:nvSpPr>
        <p:spPr>
          <a:xfrm>
            <a:off x="200000" y="3529000"/>
            <a:ext cx="2781333.3333333335" cy="3129000"/>
          </a:xfrm>
          <a:prstGeom prst="diamond">
            <a:avLst/>
          </a:prstGeom>
          <a:solidFill>
            <a:srgbClr val="70AD47"/>
          </a:solidFill>
        </p:spPr>
        <p:txBody>
          <a:bodyPr anchor="ctr"/>
          <a:lstStyle/>
          <a:p>
            <a:pPr/>
            <a:r>
              <a:rPr lang="en-US" sz="1400">
                <a:solidFill>
                  <a:srgbClr val="FFFFFF"/>
                </a:solidFill>
              </a:rPr>
              <a:t>Diamond</a:t>
            </a:r>
          </a:p>
        </p:txBody>
      </p:sp>
      <p:sp>
        <p:nvSpPr>
          <p:cNvPr id="6" name="Triangle"/>
          <p:cNvSpPr/>
          <p:nvPr/>
        </p:nvSpPr>
        <p:spPr>
          <a:xfrm>
            <a:off x="3181333.3333333335" y="3529000"/>
            <a:ext cx="2781333.3333333335" cy="3129000"/>
          </a:xfrm>
          <a:prstGeom prst="triangle">
            <a:avLst/>
          </a:prstGeom>
          <a:solidFill>
            <a:srgbClr val="FF6384"/>
          </a:solidFill>
        </p:spPr>
        <p:txBody>
          <a:bodyPr anchor="ctr"/>
          <a:lstStyle/>
          <a:p>
            <a:pPr/>
            <a:r>
              <a:rPr lang="en-US" sz="1400">
                <a:solidFill>
                  <a:srgbClr val="FFFFFF"/>
                </a:solidFill>
              </a:rPr>
              <a:t>Triangle</a:t>
            </a:r>
          </a:p>
        </p:txBody>
      </p:sp>
      <p:sp>
        <p:nvSpPr>
          <p:cNvPr id="7" name="Hexagon"/>
          <p:cNvSpPr/>
          <p:nvPr/>
        </p:nvSpPr>
        <p:spPr>
          <a:xfrm>
            <a:off x="6162666.666666667" y="3529000"/>
            <a:ext cx="2781333.3333333335" cy="3129000"/>
          </a:xfrm>
          <a:prstGeom prst="hexagon">
            <a:avLst/>
          </a:prstGeom>
          <a:solidFill>
            <a:srgbClr val="36A2EB"/>
          </a:solidFill>
        </p:spPr>
        <p:txBody>
          <a:bodyPr anchor="ctr"/>
          <a:lstStyle/>
          <a:p>
            <a:pPr/>
            <a:r>
              <a:rPr lang="en-US" sz="1400">
                <a:solidFill>
                  <a:srgbClr val="FFFFFF"/>
                </a:solidFill>
              </a:rPr>
              <a:t>Hexagon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00000" y="200000"/>
            <a:ext cx="8744000" cy="2019333.3333333333"/>
          </a:xfrm>
          <a:prstGeom prst="rect">
            <a:avLst/>
          </a:prstGeom>
          <a:solidFill>
            <a:srgbClr val="1F4E79"/>
          </a:solidFill>
        </p:spPr>
        <p:txBody>
          <a:bodyPr anchor="ctr"/>
          <a:lstStyle/>
          <a:p>
            <a:pPr algn="ctr"/>
            <a:r>
              <a:rPr lang="en-US" sz="3200" b="1">
                <a:solidFill>
                  <a:srgbClr val="FFFFFF"/>
                </a:solidFill>
              </a:rPr>
              <a:t>4:3 Slide Title</a:t>
            </a:r>
          </a:p>
        </p:txBody>
      </p:sp>
      <p:sp>
        <p:nvSpPr>
          <p:cNvPr id="3" name="LeftText"/>
          <p:cNvSpPr/>
          <p:nvPr/>
        </p:nvSpPr>
        <p:spPr>
          <a:xfrm>
            <a:off x="200000" y="2419333.333333333"/>
            <a:ext cx="4272000" cy="2019333.3333333333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4472C4"/>
            </a:solidFill>
          </a:ln>
        </p:spPr>
        <p:txBody>
          <a:bodyPr anchor="t"/>
          <a:lstStyle/>
          <a:p>
            <a:pPr/>
            <a:r>
              <a:rPr lang="en-US" sz="1400">
                <a:solidFill>
                  <a:srgbClr val="333333"/>
                </a:solidFill>
              </a:rPr>
              <a:t>Left content area with text that spans multiple lines</a:t>
            </a:r>
          </a:p>
        </p:txBody>
      </p:sp>
      <p:sp>
        <p:nvSpPr>
          <p:cNvPr id="4" name="RightText"/>
          <p:cNvSpPr/>
          <p:nvPr/>
        </p:nvSpPr>
        <p:spPr>
          <a:xfrm>
            <a:off x="4672000" y="2419333.333333333"/>
            <a:ext cx="4272000" cy="2019333.3333333333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FFC000"/>
            </a:solidFill>
          </a:ln>
        </p:spPr>
        <p:txBody>
          <a:bodyPr anchor="t"/>
          <a:lstStyle/>
          <a:p>
            <a:pPr/>
            <a:r>
              <a:rPr lang="en-US" sz="1400" i="1">
                <a:solidFill>
                  <a:srgbClr val="333333"/>
                </a:solidFill>
              </a:rPr>
              <a:t>Right content area with different styling</a:t>
            </a:r>
          </a:p>
        </p:txBody>
      </p:sp>
      <p:sp>
        <p:nvSpPr>
          <p:cNvPr id="5" name="Footer"/>
          <p:cNvSpPr/>
          <p:nvPr/>
        </p:nvSpPr>
        <p:spPr>
          <a:xfrm>
            <a:off x="200000" y="4638666.666666666"/>
            <a:ext cx="8744000" cy="2019333.3333333333"/>
          </a:xfrm>
          <a:prstGeom prst="rect">
            <a:avLst/>
          </a:prstGeom>
          <a:solidFill>
            <a:srgbClr val="44546A"/>
          </a:solidFill>
        </p:spPr>
        <p:txBody>
          <a:bodyPr anchor="ctr"/>
          <a:lstStyle/>
          <a:p>
            <a:pPr algn="ctr"/>
            <a:r>
              <a:rPr lang="en-US" sz="1000">
                <a:solidFill>
                  <a:srgbClr val="FFFFFF"/>
                </a:solidFill>
              </a:rPr>
              <a:t>Footer on 4:3 slide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237E"/>
            </a:gs>
            <a:gs pos="50000">
              <a:srgbClr val="4A148C"/>
            </a:gs>
            <a:gs pos="100000">
              <a:srgbClr val="880E4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nterShape"/>
          <p:cNvSpPr/>
          <p:nvPr/>
        </p:nvSpPr>
        <p:spPr>
          <a:xfrm>
            <a:off x="2386000" y="1814500"/>
            <a:ext cx="4372000" cy="3229000"/>
          </a:xfrm>
          <a:prstGeom prst="ellipse">
            <a:avLst/>
          </a:prstGeom>
          <a:solidFill>
            <a:srgbClr val="FFFFFF">
              <a:alpha val="70000"/>
            </a:srgbClr>
          </a:solidFill>
        </p:spPr>
        <p:txBody>
          <a:bodyPr anchor="ctr"/>
          <a:lstStyle/>
          <a:p>
            <a:pPr algn="ctr"/>
            <a:r>
              <a:rPr lang="en-US" sz="2400" b="1">
                <a:solidFill>
                  <a:srgbClr val="1A237E"/>
                </a:solidFill>
              </a:rPr>
              <a:t>4:3 BG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