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RightArrow"/>
          <p:cNvSpPr/>
          <p:nvPr/>
        </p:nvSpPr>
        <p:spPr>
          <a:xfrm>
            <a:off x="200000" y="200000"/>
            <a:ext cx="1588800" cy="2271750"/>
          </a:xfrm>
          <a:prstGeom prst="left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upDownArrow"/>
          <p:cNvSpPr/>
          <p:nvPr/>
        </p:nvSpPr>
        <p:spPr>
          <a:xfrm>
            <a:off x="1988800" y="200000"/>
            <a:ext cx="1588800" cy="2271750"/>
          </a:xfrm>
          <a:prstGeom prst="upDownArrow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notchedRightArrow"/>
          <p:cNvSpPr/>
          <p:nvPr/>
        </p:nvSpPr>
        <p:spPr>
          <a:xfrm>
            <a:off x="3777600" y="200000"/>
            <a:ext cx="1588800" cy="2271750"/>
          </a:xfrm>
          <a:prstGeom prst="notchedRightArrow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stripedRightArrow"/>
          <p:cNvSpPr/>
          <p:nvPr/>
        </p:nvSpPr>
        <p:spPr>
          <a:xfrm>
            <a:off x="5566400" y="200000"/>
            <a:ext cx="1588800" cy="2271750"/>
          </a:xfrm>
          <a:prstGeom prst="stripedRightArrow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chevron"/>
          <p:cNvSpPr/>
          <p:nvPr/>
        </p:nvSpPr>
        <p:spPr>
          <a:xfrm>
            <a:off x="7355200" y="200000"/>
            <a:ext cx="1588800" cy="227175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homePlate"/>
          <p:cNvSpPr/>
          <p:nvPr/>
        </p:nvSpPr>
        <p:spPr>
          <a:xfrm>
            <a:off x="200000" y="2671750"/>
            <a:ext cx="1588800" cy="2271750"/>
          </a:xfrm>
          <a:prstGeom prst="homePlate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bentArrow"/>
          <p:cNvSpPr/>
          <p:nvPr/>
        </p:nvSpPr>
        <p:spPr>
          <a:xfrm>
            <a:off x="1988800" y="2671750"/>
            <a:ext cx="1588800" cy="2271750"/>
          </a:xfrm>
          <a:prstGeom prst="bentArrow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bendUpArrow"/>
          <p:cNvSpPr/>
          <p:nvPr/>
        </p:nvSpPr>
        <p:spPr>
          <a:xfrm>
            <a:off x="3777600" y="2671750"/>
            <a:ext cx="1588800" cy="2271750"/>
          </a:xfrm>
          <a:prstGeom prst="bendUpArrow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quadArrow"/>
          <p:cNvSpPr/>
          <p:nvPr/>
        </p:nvSpPr>
        <p:spPr>
          <a:xfrm>
            <a:off x="5566400" y="2671750"/>
            <a:ext cx="1588800" cy="2271750"/>
          </a:xfrm>
          <a:prstGeom prst="quadArrow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leftUpArrow"/>
          <p:cNvSpPr/>
          <p:nvPr/>
        </p:nvSpPr>
        <p:spPr>
          <a:xfrm>
            <a:off x="7355200" y="2671750"/>
            <a:ext cx="1588800" cy="2271750"/>
          </a:xfrm>
          <a:prstGeom prst="leftUpArrow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6"/>
          <p:cNvSpPr/>
          <p:nvPr/>
        </p:nvSpPr>
        <p:spPr>
          <a:xfrm>
            <a:off x="200000" y="200000"/>
            <a:ext cx="1588800" cy="2271750"/>
          </a:xfrm>
          <a:prstGeom prst="star6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star8"/>
          <p:cNvSpPr/>
          <p:nvPr/>
        </p:nvSpPr>
        <p:spPr>
          <a:xfrm>
            <a:off x="1988800" y="200000"/>
            <a:ext cx="1588800" cy="2271750"/>
          </a:xfrm>
          <a:prstGeom prst="star8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star10"/>
          <p:cNvSpPr/>
          <p:nvPr/>
        </p:nvSpPr>
        <p:spPr>
          <a:xfrm>
            <a:off x="3777600" y="200000"/>
            <a:ext cx="1588800" cy="2271750"/>
          </a:xfrm>
          <a:prstGeom prst="star10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star12"/>
          <p:cNvSpPr/>
          <p:nvPr/>
        </p:nvSpPr>
        <p:spPr>
          <a:xfrm>
            <a:off x="5566400" y="200000"/>
            <a:ext cx="1588800" cy="2271750"/>
          </a:xfrm>
          <a:prstGeom prst="star12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star16"/>
          <p:cNvSpPr/>
          <p:nvPr/>
        </p:nvSpPr>
        <p:spPr>
          <a:xfrm>
            <a:off x="7355200" y="200000"/>
            <a:ext cx="1588800" cy="2271750"/>
          </a:xfrm>
          <a:prstGeom prst="star16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star24"/>
          <p:cNvSpPr/>
          <p:nvPr/>
        </p:nvSpPr>
        <p:spPr>
          <a:xfrm>
            <a:off x="200000" y="2671750"/>
            <a:ext cx="1588800" cy="2271750"/>
          </a:xfrm>
          <a:prstGeom prst="star24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star32"/>
          <p:cNvSpPr/>
          <p:nvPr/>
        </p:nvSpPr>
        <p:spPr>
          <a:xfrm>
            <a:off x="1988800" y="2671750"/>
            <a:ext cx="1588800" cy="2271750"/>
          </a:xfrm>
          <a:prstGeom prst="star32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irregularSeal1"/>
          <p:cNvSpPr/>
          <p:nvPr/>
        </p:nvSpPr>
        <p:spPr>
          <a:xfrm>
            <a:off x="3777600" y="2671750"/>
            <a:ext cx="1588800" cy="2271750"/>
          </a:xfrm>
          <a:prstGeom prst="irregularSeal1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irregularSeal2"/>
          <p:cNvSpPr/>
          <p:nvPr/>
        </p:nvSpPr>
        <p:spPr>
          <a:xfrm>
            <a:off x="5566400" y="2671750"/>
            <a:ext cx="1588800" cy="2271750"/>
          </a:xfrm>
          <a:prstGeom prst="irregularSeal2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sun"/>
          <p:cNvSpPr/>
          <p:nvPr/>
        </p:nvSpPr>
        <p:spPr>
          <a:xfrm>
            <a:off x="7355200" y="2671750"/>
            <a:ext cx="1588800" cy="2271750"/>
          </a:xfrm>
          <a:prstGeom prst="sun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