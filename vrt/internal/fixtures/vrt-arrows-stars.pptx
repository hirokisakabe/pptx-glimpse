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r:id="rId1"/>
  </p:sldMasterIdLst>
  <p:sldIdLst>
    <p:sldId id="256" r:id="rId2"/>
    <p:sldId id="257" r:id="rId3"/>
  </p:sldIdLst>
  <p:sldSz cx="9144000" cy="5143500" type="screen16x9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ftRightArrow"/>
          <p:cNvSpPr/>
          <p:nvPr/>
        </p:nvSpPr>
        <p:spPr>
          <a:xfrm>
            <a:off x="200000" y="200000"/>
            <a:ext cx="1588800" cy="2271750"/>
          </a:xfrm>
          <a:prstGeom prst="leftRightArrow">
            <a:avLst/>
          </a:prstGeom>
          <a:solidFill>
            <a:srgbClr val="4472C4"/>
          </a:solidFill>
          <a:ln w="12700">
            <a:solidFill>
              <a:srgbClr val="333333"/>
            </a:solidFill>
          </a:ln>
        </p:spPr>
      </p:sp>
      <p:sp>
        <p:nvSpPr>
          <p:cNvPr id="3" name="upDownArrow"/>
          <p:cNvSpPr/>
          <p:nvPr/>
        </p:nvSpPr>
        <p:spPr>
          <a:xfrm>
            <a:off x="1988800" y="200000"/>
            <a:ext cx="1588800" cy="2271750"/>
          </a:xfrm>
          <a:prstGeom prst="upDownArrow">
            <a:avLst/>
          </a:prstGeom>
          <a:solidFill>
            <a:srgbClr val="ED7D31"/>
          </a:solidFill>
          <a:ln w="12700">
            <a:solidFill>
              <a:srgbClr val="333333"/>
            </a:solidFill>
          </a:ln>
        </p:spPr>
      </p:sp>
      <p:sp>
        <p:nvSpPr>
          <p:cNvPr id="4" name="notchedRightArrow"/>
          <p:cNvSpPr/>
          <p:nvPr/>
        </p:nvSpPr>
        <p:spPr>
          <a:xfrm>
            <a:off x="3777600" y="200000"/>
            <a:ext cx="1588800" cy="2271750"/>
          </a:xfrm>
          <a:prstGeom prst="notchedRightArrow">
            <a:avLst/>
          </a:prstGeom>
          <a:solidFill>
            <a:srgbClr val="A5A5A5"/>
          </a:solidFill>
          <a:ln w="12700">
            <a:solidFill>
              <a:srgbClr val="333333"/>
            </a:solidFill>
          </a:ln>
        </p:spPr>
      </p:sp>
      <p:sp>
        <p:nvSpPr>
          <p:cNvPr id="5" name="stripedRightArrow"/>
          <p:cNvSpPr/>
          <p:nvPr/>
        </p:nvSpPr>
        <p:spPr>
          <a:xfrm>
            <a:off x="5566400" y="200000"/>
            <a:ext cx="1588800" cy="2271750"/>
          </a:xfrm>
          <a:prstGeom prst="stripedRightArrow">
            <a:avLst/>
          </a:prstGeom>
          <a:solidFill>
            <a:srgbClr val="FFC000"/>
          </a:solidFill>
          <a:ln w="12700">
            <a:solidFill>
              <a:srgbClr val="333333"/>
            </a:solidFill>
          </a:ln>
        </p:spPr>
      </p:sp>
      <p:sp>
        <p:nvSpPr>
          <p:cNvPr id="6" name="chevron"/>
          <p:cNvSpPr/>
          <p:nvPr/>
        </p:nvSpPr>
        <p:spPr>
          <a:xfrm>
            <a:off x="7355200" y="200000"/>
            <a:ext cx="1588800" cy="2271750"/>
          </a:xfrm>
          <a:prstGeom prst="chevron">
            <a:avLst/>
          </a:prstGeom>
          <a:solidFill>
            <a:srgbClr val="5B9BD5"/>
          </a:solidFill>
          <a:ln w="12700">
            <a:solidFill>
              <a:srgbClr val="333333"/>
            </a:solidFill>
          </a:ln>
        </p:spPr>
      </p:sp>
      <p:sp>
        <p:nvSpPr>
          <p:cNvPr id="7" name="homePlate"/>
          <p:cNvSpPr/>
          <p:nvPr/>
        </p:nvSpPr>
        <p:spPr>
          <a:xfrm>
            <a:off x="200000" y="2671750"/>
            <a:ext cx="1588800" cy="2271750"/>
          </a:xfrm>
          <a:prstGeom prst="homePlate">
            <a:avLst/>
          </a:prstGeom>
          <a:solidFill>
            <a:srgbClr val="70AD47"/>
          </a:solidFill>
          <a:ln w="12700">
            <a:solidFill>
              <a:srgbClr val="333333"/>
            </a:solidFill>
          </a:ln>
        </p:spPr>
      </p:sp>
      <p:sp>
        <p:nvSpPr>
          <p:cNvPr id="8" name="bentArrow"/>
          <p:cNvSpPr/>
          <p:nvPr/>
        </p:nvSpPr>
        <p:spPr>
          <a:xfrm>
            <a:off x="1988800" y="2671750"/>
            <a:ext cx="1588800" cy="2271750"/>
          </a:xfrm>
          <a:prstGeom prst="bentArrow">
            <a:avLst/>
          </a:prstGeom>
          <a:solidFill>
            <a:srgbClr val="FF6384"/>
          </a:solidFill>
          <a:ln w="12700">
            <a:solidFill>
              <a:srgbClr val="333333"/>
            </a:solidFill>
          </a:ln>
        </p:spPr>
      </p:sp>
      <p:sp>
        <p:nvSpPr>
          <p:cNvPr id="9" name="bendUpArrow"/>
          <p:cNvSpPr/>
          <p:nvPr/>
        </p:nvSpPr>
        <p:spPr>
          <a:xfrm>
            <a:off x="3777600" y="2671750"/>
            <a:ext cx="1588800" cy="2271750"/>
          </a:xfrm>
          <a:prstGeom prst="bendUpArrow">
            <a:avLst/>
          </a:prstGeom>
          <a:solidFill>
            <a:srgbClr val="36A2EB"/>
          </a:solidFill>
          <a:ln w="12700">
            <a:solidFill>
              <a:srgbClr val="333333"/>
            </a:solidFill>
          </a:ln>
        </p:spPr>
      </p:sp>
      <p:sp>
        <p:nvSpPr>
          <p:cNvPr id="10" name="quadArrow"/>
          <p:cNvSpPr/>
          <p:nvPr/>
        </p:nvSpPr>
        <p:spPr>
          <a:xfrm>
            <a:off x="5566400" y="2671750"/>
            <a:ext cx="1588800" cy="2271750"/>
          </a:xfrm>
          <a:prstGeom prst="quadArrow">
            <a:avLst/>
          </a:prstGeom>
          <a:solidFill>
            <a:srgbClr val="FFCE56"/>
          </a:solidFill>
          <a:ln w="12700">
            <a:solidFill>
              <a:srgbClr val="333333"/>
            </a:solidFill>
          </a:ln>
        </p:spPr>
      </p:sp>
      <p:sp>
        <p:nvSpPr>
          <p:cNvPr id="11" name="leftUpArrow"/>
          <p:cNvSpPr/>
          <p:nvPr/>
        </p:nvSpPr>
        <p:spPr>
          <a:xfrm>
            <a:off x="7355200" y="2671750"/>
            <a:ext cx="1588800" cy="2271750"/>
          </a:xfrm>
          <a:prstGeom prst="leftUpArrow">
            <a:avLst/>
          </a:prstGeom>
          <a:solidFill>
            <a:srgbClr val="9966FF"/>
          </a:solidFill>
          <a:ln w="12700">
            <a:solidFill>
              <a:srgbClr val="333333"/>
            </a:solidFill>
          </a:ln>
        </p:spPr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ar6"/>
          <p:cNvSpPr/>
          <p:nvPr/>
        </p:nvSpPr>
        <p:spPr>
          <a:xfrm>
            <a:off x="200000" y="200000"/>
            <a:ext cx="1588800" cy="2271750"/>
          </a:xfrm>
          <a:prstGeom prst="star6">
            <a:avLst/>
          </a:prstGeom>
          <a:solidFill>
            <a:srgbClr val="4472C4"/>
          </a:solidFill>
          <a:ln w="12700">
            <a:solidFill>
              <a:srgbClr val="333333"/>
            </a:solidFill>
          </a:ln>
        </p:spPr>
      </p:sp>
      <p:sp>
        <p:nvSpPr>
          <p:cNvPr id="3" name="star8"/>
          <p:cNvSpPr/>
          <p:nvPr/>
        </p:nvSpPr>
        <p:spPr>
          <a:xfrm>
            <a:off x="1988800" y="200000"/>
            <a:ext cx="1588800" cy="2271750"/>
          </a:xfrm>
          <a:prstGeom prst="star8">
            <a:avLst/>
          </a:prstGeom>
          <a:solidFill>
            <a:srgbClr val="ED7D31"/>
          </a:solidFill>
          <a:ln w="12700">
            <a:solidFill>
              <a:srgbClr val="333333"/>
            </a:solidFill>
          </a:ln>
        </p:spPr>
      </p:sp>
      <p:sp>
        <p:nvSpPr>
          <p:cNvPr id="4" name="star10"/>
          <p:cNvSpPr/>
          <p:nvPr/>
        </p:nvSpPr>
        <p:spPr>
          <a:xfrm>
            <a:off x="3777600" y="200000"/>
            <a:ext cx="1588800" cy="2271750"/>
          </a:xfrm>
          <a:prstGeom prst="star10">
            <a:avLst/>
          </a:prstGeom>
          <a:solidFill>
            <a:srgbClr val="A5A5A5"/>
          </a:solidFill>
          <a:ln w="12700">
            <a:solidFill>
              <a:srgbClr val="333333"/>
            </a:solidFill>
          </a:ln>
        </p:spPr>
      </p:sp>
      <p:sp>
        <p:nvSpPr>
          <p:cNvPr id="5" name="star12"/>
          <p:cNvSpPr/>
          <p:nvPr/>
        </p:nvSpPr>
        <p:spPr>
          <a:xfrm>
            <a:off x="5566400" y="200000"/>
            <a:ext cx="1588800" cy="2271750"/>
          </a:xfrm>
          <a:prstGeom prst="star12">
            <a:avLst/>
          </a:prstGeom>
          <a:solidFill>
            <a:srgbClr val="FFC000"/>
          </a:solidFill>
          <a:ln w="12700">
            <a:solidFill>
              <a:srgbClr val="333333"/>
            </a:solidFill>
          </a:ln>
        </p:spPr>
      </p:sp>
      <p:sp>
        <p:nvSpPr>
          <p:cNvPr id="6" name="star16"/>
          <p:cNvSpPr/>
          <p:nvPr/>
        </p:nvSpPr>
        <p:spPr>
          <a:xfrm>
            <a:off x="7355200" y="200000"/>
            <a:ext cx="1588800" cy="2271750"/>
          </a:xfrm>
          <a:prstGeom prst="star16">
            <a:avLst/>
          </a:prstGeom>
          <a:solidFill>
            <a:srgbClr val="5B9BD5"/>
          </a:solidFill>
          <a:ln w="12700">
            <a:solidFill>
              <a:srgbClr val="333333"/>
            </a:solidFill>
          </a:ln>
        </p:spPr>
      </p:sp>
      <p:sp>
        <p:nvSpPr>
          <p:cNvPr id="7" name="star24"/>
          <p:cNvSpPr/>
          <p:nvPr/>
        </p:nvSpPr>
        <p:spPr>
          <a:xfrm>
            <a:off x="200000" y="2671750"/>
            <a:ext cx="1588800" cy="2271750"/>
          </a:xfrm>
          <a:prstGeom prst="star24">
            <a:avLst/>
          </a:prstGeom>
          <a:solidFill>
            <a:srgbClr val="70AD47"/>
          </a:solidFill>
          <a:ln w="12700">
            <a:solidFill>
              <a:srgbClr val="333333"/>
            </a:solidFill>
          </a:ln>
        </p:spPr>
      </p:sp>
      <p:sp>
        <p:nvSpPr>
          <p:cNvPr id="8" name="star32"/>
          <p:cNvSpPr/>
          <p:nvPr/>
        </p:nvSpPr>
        <p:spPr>
          <a:xfrm>
            <a:off x="1988800" y="2671750"/>
            <a:ext cx="1588800" cy="2271750"/>
          </a:xfrm>
          <a:prstGeom prst="star32">
            <a:avLst/>
          </a:prstGeom>
          <a:solidFill>
            <a:srgbClr val="FF6384"/>
          </a:solidFill>
          <a:ln w="12700">
            <a:solidFill>
              <a:srgbClr val="333333"/>
            </a:solidFill>
          </a:ln>
        </p:spPr>
      </p:sp>
      <p:sp>
        <p:nvSpPr>
          <p:cNvPr id="9" name="irregularSeal1"/>
          <p:cNvSpPr/>
          <p:nvPr/>
        </p:nvSpPr>
        <p:spPr>
          <a:xfrm>
            <a:off x="3777600" y="2671750"/>
            <a:ext cx="1588800" cy="2271750"/>
          </a:xfrm>
          <a:prstGeom prst="irregularSeal1">
            <a:avLst/>
          </a:prstGeom>
          <a:solidFill>
            <a:srgbClr val="36A2EB"/>
          </a:solidFill>
          <a:ln w="12700">
            <a:solidFill>
              <a:srgbClr val="333333"/>
            </a:solidFill>
          </a:ln>
        </p:spPr>
      </p:sp>
      <p:sp>
        <p:nvSpPr>
          <p:cNvPr id="10" name="irregularSeal2"/>
          <p:cNvSpPr/>
          <p:nvPr/>
        </p:nvSpPr>
        <p:spPr>
          <a:xfrm>
            <a:off x="5566400" y="2671750"/>
            <a:ext cx="1588800" cy="2271750"/>
          </a:xfrm>
          <a:prstGeom prst="irregularSeal2">
            <a:avLst/>
          </a:prstGeom>
          <a:solidFill>
            <a:srgbClr val="FFCE56"/>
          </a:solidFill>
          <a:ln w="12700">
            <a:solidFill>
              <a:srgbClr val="333333"/>
            </a:solidFill>
          </a:ln>
        </p:spPr>
      </p:sp>
      <p:sp>
        <p:nvSpPr>
          <p:cNvPr id="11" name="sun"/>
          <p:cNvSpPr/>
          <p:nvPr/>
        </p:nvSpPr>
        <p:spPr>
          <a:xfrm>
            <a:off x="7355200" y="2671750"/>
            <a:ext cx="1588800" cy="2271750"/>
          </a:xfrm>
          <a:prstGeom prst="sun">
            <a:avLst/>
          </a:prstGeom>
          <a:solidFill>
            <a:srgbClr val="9966FF"/>
          </a:solidFill>
          <a:ln w="12700">
            <a:solidFill>
              <a:srgbClr val="333333"/>
            </a:solidFill>
          </a:ln>
        </p:spPr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/>
  </a:themeElements>
</a:theme>
</file>