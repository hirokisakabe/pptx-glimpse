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r:id="rId1"/>
  </p:sldMasterIdLst>
  <p:sldIdLst>
    <p:sldId id="256" r:id="rId2"/>
  </p:sldIdLst>
  <p:sldSz cx="9144000" cy="5143500" type="screen16x9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edgeRectCallout"/>
          <p:cNvSpPr/>
          <p:nvPr/>
        </p:nvSpPr>
        <p:spPr>
          <a:xfrm>
            <a:off x="200000" y="200000"/>
            <a:ext cx="2036000" cy="1447833.3333333333"/>
          </a:xfrm>
          <a:prstGeom prst="wedgeRectCallout">
            <a:avLst/>
          </a:prstGeom>
          <a:solidFill>
            <a:srgbClr val="4472C4"/>
          </a:solidFill>
          <a:ln w="12700">
            <a:solidFill>
              <a:srgbClr val="333333"/>
            </a:solidFill>
          </a:ln>
        </p:spPr>
      </p:sp>
      <p:sp>
        <p:nvSpPr>
          <p:cNvPr id="3" name="wedgeRoundRectCallout"/>
          <p:cNvSpPr/>
          <p:nvPr/>
        </p:nvSpPr>
        <p:spPr>
          <a:xfrm>
            <a:off x="2436000" y="200000"/>
            <a:ext cx="2036000" cy="1447833.3333333333"/>
          </a:xfrm>
          <a:prstGeom prst="wedgeRoundRectCallout">
            <a:avLst/>
          </a:prstGeom>
          <a:solidFill>
            <a:srgbClr val="ED7D31"/>
          </a:solidFill>
          <a:ln w="12700">
            <a:solidFill>
              <a:srgbClr val="333333"/>
            </a:solidFill>
          </a:ln>
        </p:spPr>
      </p:sp>
      <p:sp>
        <p:nvSpPr>
          <p:cNvPr id="4" name="wedgeEllipseCallout"/>
          <p:cNvSpPr/>
          <p:nvPr/>
        </p:nvSpPr>
        <p:spPr>
          <a:xfrm>
            <a:off x="4672000" y="200000"/>
            <a:ext cx="2036000" cy="1447833.3333333333"/>
          </a:xfrm>
          <a:prstGeom prst="wedgeEllipseCallout">
            <a:avLst/>
          </a:prstGeom>
          <a:solidFill>
            <a:srgbClr val="A5A5A5"/>
          </a:solidFill>
          <a:ln w="12700">
            <a:solidFill>
              <a:srgbClr val="333333"/>
            </a:solidFill>
          </a:ln>
        </p:spPr>
      </p:sp>
      <p:sp>
        <p:nvSpPr>
          <p:cNvPr id="5" name="cloudCallout"/>
          <p:cNvSpPr/>
          <p:nvPr/>
        </p:nvSpPr>
        <p:spPr>
          <a:xfrm>
            <a:off x="6908000" y="200000"/>
            <a:ext cx="2036000" cy="1447833.3333333333"/>
          </a:xfrm>
          <a:prstGeom prst="cloudCallout">
            <a:avLst/>
          </a:prstGeom>
          <a:solidFill>
            <a:srgbClr val="FFC000"/>
          </a:solidFill>
          <a:ln w="12700">
            <a:solidFill>
              <a:srgbClr val="333333"/>
            </a:solidFill>
          </a:ln>
        </p:spPr>
      </p:sp>
      <p:sp>
        <p:nvSpPr>
          <p:cNvPr id="6" name="borderCallout1"/>
          <p:cNvSpPr/>
          <p:nvPr/>
        </p:nvSpPr>
        <p:spPr>
          <a:xfrm>
            <a:off x="200000" y="1847833.3333333333"/>
            <a:ext cx="2036000" cy="1447833.3333333333"/>
          </a:xfrm>
          <a:prstGeom prst="borderCallout1">
            <a:avLst/>
          </a:prstGeom>
          <a:solidFill>
            <a:srgbClr val="5B9BD5"/>
          </a:solidFill>
          <a:ln w="12700">
            <a:solidFill>
              <a:srgbClr val="333333"/>
            </a:solidFill>
          </a:ln>
        </p:spPr>
      </p:sp>
      <p:sp>
        <p:nvSpPr>
          <p:cNvPr id="7" name="borderCallout2"/>
          <p:cNvSpPr/>
          <p:nvPr/>
        </p:nvSpPr>
        <p:spPr>
          <a:xfrm>
            <a:off x="2436000" y="1847833.3333333333"/>
            <a:ext cx="2036000" cy="1447833.3333333333"/>
          </a:xfrm>
          <a:prstGeom prst="borderCallout2">
            <a:avLst/>
          </a:prstGeom>
          <a:solidFill>
            <a:srgbClr val="70AD47"/>
          </a:solidFill>
          <a:ln w="12700">
            <a:solidFill>
              <a:srgbClr val="333333"/>
            </a:solidFill>
          </a:ln>
        </p:spPr>
      </p:sp>
      <p:sp>
        <p:nvSpPr>
          <p:cNvPr id="8" name="borderCallout3"/>
          <p:cNvSpPr/>
          <p:nvPr/>
        </p:nvSpPr>
        <p:spPr>
          <a:xfrm>
            <a:off x="4672000" y="1847833.3333333333"/>
            <a:ext cx="2036000" cy="1447833.3333333333"/>
          </a:xfrm>
          <a:prstGeom prst="borderCallout3">
            <a:avLst/>
          </a:prstGeom>
          <a:solidFill>
            <a:srgbClr val="FF6384"/>
          </a:solidFill>
          <a:ln w="12700">
            <a:solidFill>
              <a:srgbClr val="333333"/>
            </a:solidFill>
          </a:ln>
        </p:spPr>
      </p:sp>
      <p:sp>
        <p:nvSpPr>
          <p:cNvPr id="9" name="arc"/>
          <p:cNvSpPr/>
          <p:nvPr/>
        </p:nvSpPr>
        <p:spPr>
          <a:xfrm>
            <a:off x="6908000" y="1847833.3333333333"/>
            <a:ext cx="2036000" cy="1447833.3333333333"/>
          </a:xfrm>
          <a:prstGeom prst="arc">
            <a:avLst/>
          </a:prstGeom>
          <a:solidFill>
            <a:srgbClr val="36A2EB"/>
          </a:solidFill>
          <a:ln w="12700">
            <a:solidFill>
              <a:srgbClr val="333333"/>
            </a:solidFill>
          </a:ln>
        </p:spPr>
      </p:sp>
      <p:sp>
        <p:nvSpPr>
          <p:cNvPr id="10" name="chord"/>
          <p:cNvSpPr/>
          <p:nvPr/>
        </p:nvSpPr>
        <p:spPr>
          <a:xfrm>
            <a:off x="200000" y="3495666.6666666665"/>
            <a:ext cx="2036000" cy="1447833.3333333333"/>
          </a:xfrm>
          <a:prstGeom prst="chord">
            <a:avLst/>
          </a:prstGeom>
          <a:solidFill>
            <a:srgbClr val="FFCE56"/>
          </a:solidFill>
          <a:ln w="12700">
            <a:solidFill>
              <a:srgbClr val="333333"/>
            </a:solidFill>
          </a:ln>
        </p:spPr>
      </p:sp>
      <p:sp>
        <p:nvSpPr>
          <p:cNvPr id="11" name="pie"/>
          <p:cNvSpPr/>
          <p:nvPr/>
        </p:nvSpPr>
        <p:spPr>
          <a:xfrm>
            <a:off x="2436000" y="3495666.6666666665"/>
            <a:ext cx="2036000" cy="1447833.3333333333"/>
          </a:xfrm>
          <a:prstGeom prst="pie">
            <a:avLst/>
          </a:prstGeom>
          <a:solidFill>
            <a:srgbClr val="9966FF"/>
          </a:solidFill>
          <a:ln w="12700">
            <a:solidFill>
              <a:srgbClr val="333333"/>
            </a:solidFill>
          </a:ln>
        </p:spPr>
      </p:sp>
      <p:sp>
        <p:nvSpPr>
          <p:cNvPr id="12" name="blockArc"/>
          <p:cNvSpPr/>
          <p:nvPr/>
        </p:nvSpPr>
        <p:spPr>
          <a:xfrm>
            <a:off x="4672000" y="3495666.6666666665"/>
            <a:ext cx="2036000" cy="1447833.3333333333"/>
          </a:xfrm>
          <a:prstGeom prst="blockArc">
            <a:avLst/>
          </a:prstGeom>
          <a:solidFill>
            <a:srgbClr val="4472C4"/>
          </a:solidFill>
          <a:ln w="12700">
            <a:solidFill>
              <a:srgbClr val="333333"/>
            </a:solidFill>
          </a:ln>
        </p:spPr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/>
  </a:themeElements>
</a:theme>
</file>