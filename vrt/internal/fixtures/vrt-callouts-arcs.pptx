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edgeRectCallout"/>
          <p:cNvSpPr/>
          <p:nvPr/>
        </p:nvSpPr>
        <p:spPr>
          <a:xfrm>
            <a:off x="200000" y="200000"/>
            <a:ext cx="2036000" cy="1447833.3333333333"/>
          </a:xfrm>
          <a:prstGeom prst="wedgeRectCallout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wedgeRoundRectCallout"/>
          <p:cNvSpPr/>
          <p:nvPr/>
        </p:nvSpPr>
        <p:spPr>
          <a:xfrm>
            <a:off x="2436000" y="200000"/>
            <a:ext cx="2036000" cy="1447833.3333333333"/>
          </a:xfrm>
          <a:prstGeom prst="wedgeRoundRectCallout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wedgeEllipseCallout"/>
          <p:cNvSpPr/>
          <p:nvPr/>
        </p:nvSpPr>
        <p:spPr>
          <a:xfrm>
            <a:off x="4672000" y="200000"/>
            <a:ext cx="2036000" cy="1447833.3333333333"/>
          </a:xfrm>
          <a:prstGeom prst="wedgeEllipseCallout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cloudCallout"/>
          <p:cNvSpPr/>
          <p:nvPr/>
        </p:nvSpPr>
        <p:spPr>
          <a:xfrm>
            <a:off x="6908000" y="200000"/>
            <a:ext cx="2036000" cy="1447833.3333333333"/>
          </a:xfrm>
          <a:prstGeom prst="cloudCallout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borderCallout1"/>
          <p:cNvSpPr/>
          <p:nvPr/>
        </p:nvSpPr>
        <p:spPr>
          <a:xfrm>
            <a:off x="200000" y="1847833.3333333333"/>
            <a:ext cx="2036000" cy="1447833.3333333333"/>
          </a:xfrm>
          <a:prstGeom prst="borderCallout1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borderCallout2"/>
          <p:cNvSpPr/>
          <p:nvPr/>
        </p:nvSpPr>
        <p:spPr>
          <a:xfrm>
            <a:off x="2436000" y="1847833.3333333333"/>
            <a:ext cx="2036000" cy="1447833.3333333333"/>
          </a:xfrm>
          <a:prstGeom prst="borderCallout2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borderCallout3"/>
          <p:cNvSpPr/>
          <p:nvPr/>
        </p:nvSpPr>
        <p:spPr>
          <a:xfrm>
            <a:off x="4672000" y="1847833.3333333333"/>
            <a:ext cx="2036000" cy="1447833.3333333333"/>
          </a:xfrm>
          <a:prstGeom prst="borderCallout3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9" name="arc"/>
          <p:cNvSpPr/>
          <p:nvPr/>
        </p:nvSpPr>
        <p:spPr>
          <a:xfrm>
            <a:off x="6908000" y="1847833.3333333333"/>
            <a:ext cx="2036000" cy="1447833.3333333333"/>
          </a:xfrm>
          <a:prstGeom prst="arc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chord"/>
          <p:cNvSpPr/>
          <p:nvPr/>
        </p:nvSpPr>
        <p:spPr>
          <a:xfrm>
            <a:off x="200000" y="3495666.6666666665"/>
            <a:ext cx="2036000" cy="1447833.3333333333"/>
          </a:xfrm>
          <a:prstGeom prst="chord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11" name="pie"/>
          <p:cNvSpPr/>
          <p:nvPr/>
        </p:nvSpPr>
        <p:spPr>
          <a:xfrm>
            <a:off x="2436000" y="3495666.6666666665"/>
            <a:ext cx="2036000" cy="1447833.3333333333"/>
          </a:xfrm>
          <a:prstGeom prst="pie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  <p:sp>
        <p:nvSpPr>
          <p:cNvPr id="12" name="blockArc"/>
          <p:cNvSpPr/>
          <p:nvPr/>
        </p:nvSpPr>
        <p:spPr>
          <a:xfrm>
            <a:off x="4672000" y="3495666.6666666665"/>
            <a:ext cx="2036000" cy="1447833.3333333333"/>
          </a:xfrm>
          <a:prstGeom prst="blockArc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