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78a2e7db0f4e4c" /><Relationship Type="http://schemas.openxmlformats.org/officeDocument/2006/relationships/extended-properties" Target="/docProps/app.xml" Id="R20d8181719fd4ece" /><Relationship Type="http://schemas.openxmlformats.org/officeDocument/2006/relationships/officeDocument" Target="/ppt/presentation.xml" Id="Rfa6f69479a1f4d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355942ae6c4291"/>
  </p:sldMasterIdLst>
  <p:notesMasterIdLst>
    <p:notesMasterId xmlns:r="http://schemas.openxmlformats.org/officeDocument/2006/relationships" r:id="Rdfa2d55bbb034843"/>
  </p:notesMasterIdLst>
  <p:sldIdLst>
    <p:sldId xmlns:r="http://schemas.openxmlformats.org/officeDocument/2006/relationships" id="256" r:id="Rc374cff2a0a74831"/>
    <p:sldId xmlns:r="http://schemas.openxmlformats.org/officeDocument/2006/relationships" id="257" r:id="R59a0f8bd092b42d2"/>
    <p:sldId xmlns:r="http://schemas.openxmlformats.org/officeDocument/2006/relationships" id="258" r:id="R1502fead8c194c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2586c85952420e" /><Relationship Type="http://schemas.openxmlformats.org/officeDocument/2006/relationships/slideMaster" Target="/ppt/slideMasters/slideMaster1.xml" Id="Rf1355942ae6c4291" /><Relationship Type="http://schemas.openxmlformats.org/officeDocument/2006/relationships/notesMaster" Target="/ppt/notesMasters/notesMaster1.xml" Id="Rdfa2d55bbb034843" /><Relationship Type="http://schemas.openxmlformats.org/officeDocument/2006/relationships/presProps" Target="/ppt/presProps.xml" Id="Rfd4b67cefc114f17" /><Relationship Type="http://schemas.openxmlformats.org/officeDocument/2006/relationships/tableStyles" Target="/ppt/tableStyles.xml" Id="R9a4185fd93c0410d" /><Relationship Type="http://schemas.openxmlformats.org/officeDocument/2006/relationships/slide" Target="/ppt/slides/slide1.xml" Id="Rc374cff2a0a74831" /><Relationship Type="http://schemas.openxmlformats.org/officeDocument/2006/relationships/slide" Target="/ppt/slides/slide2.xml" Id="R59a0f8bd092b42d2" /><Relationship Type="http://schemas.openxmlformats.org/officeDocument/2006/relationships/slide" Target="/ppt/slides/slide3.xml" Id="R1502fead8c194c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9eb462141746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ff44e5a38e4bb1" /><Relationship Type="http://schemas.openxmlformats.org/officeDocument/2006/relationships/notesMaster" Target="/ppt/notesMasters/notesMaster1.xml" Id="Rf6f6985d60d541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8364e0711641b7" /><Relationship Type="http://schemas.openxmlformats.org/officeDocument/2006/relationships/notesMaster" Target="/ppt/notesMasters/notesMaster1.xml" Id="R8b4f5b866c2e4c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56458663384bf4" /><Relationship Type="http://schemas.openxmlformats.org/officeDocument/2006/relationships/notesMaster" Target="/ppt/notesMasters/notesMaster1.xml" Id="R377785b1279f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82de1bde045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6880f63e8549c9" /><Relationship Type="http://schemas.openxmlformats.org/officeDocument/2006/relationships/slideLayout" Target="/ppt/slideLayouts/slideLayout1.xml" Id="R1d2da2c62dea45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2da2c62dea45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7df7d7ea3422a" /><Relationship Type="http://schemas.openxmlformats.org/officeDocument/2006/relationships/image" Target="/ppt/media/image.png" Id="Rbe635deb669345bf" /><Relationship Type="http://schemas.openxmlformats.org/officeDocument/2006/relationships/notesSlide" Target="/ppt/notesSlides/notesSlide1.xml" Id="R0a4748846ed04c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fe6c8266c4864" /><Relationship Type="http://schemas.openxmlformats.org/officeDocument/2006/relationships/notesSlide" Target="/ppt/notesSlides/notesSlide2.xml" Id="Rd51564a054c342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bca92a06547b2" /><Relationship Type="http://schemas.openxmlformats.org/officeDocument/2006/relationships/notesSlide" Target="/ppt/notesSlides/notesSlide3.xml" Id="R410fa2476af047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mo-label-shape">
            <a:extLst xmlns:a="http://schemas.openxmlformats.org/drawingml/2006/main">
              <a:ext uri="{FF2B5EF4-FFF2-40B4-BE49-F238E27FC236}">
                <a16:creationId xmlns:a16="http://schemas.microsoft.com/office/drawing/2014/main" id="{349651A8-A7D1-4CF2-BED2-B77C1919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F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mo-label-text">
            <a:extLst xmlns:a="http://schemas.openxmlformats.org/drawingml/2006/main">
              <a:ext uri="{FF2B5EF4-FFF2-40B4-BE49-F238E27FC236}">
                <a16:creationId xmlns:a16="http://schemas.microsoft.com/office/drawing/2014/main" id="{56F1476B-4D53-4B39-9D82-064BB4C6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4D6"/>
                </a:solidFill>
                <a:latin typeface="Aptos"/>
                <a:ea typeface="Aptos"/>
                <a:cs typeface="Aptos"/>
              </a:rPr>
              <a:t>EDITABLE PPTX SAMPLE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965A8A1-033D-474F-8714-4AB75B42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143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2213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213A"/>
                </a:solidFill>
                <a:latin typeface="Aptos Display"/>
                <a:ea typeface="Aptos Display"/>
                <a:cs typeface="Aptos Display"/>
              </a:rPr>
              <a:t>Make the presentation</a:t>
            </a:r>
          </a:p>
          <a:p xmlns:a="http://schemas.openxmlformats.org/drawingml/2006/main">
            <a:pPr algn="l">
              <a:defRPr sz="3750" b="1">
                <a:solidFill>
                  <a:srgbClr val="12213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2213A"/>
                </a:solidFill>
                <a:latin typeface="Aptos Display"/>
                <a:ea typeface="Aptos Display"/>
                <a:cs typeface="Aptos Display"/>
              </a:rPr>
              <a:t>yours.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8D455ED-DCA5-499E-A837-1A8266E3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B7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B7C"/>
                </a:solidFill>
                <a:latin typeface="Aptos"/>
                <a:ea typeface="Aptos"/>
                <a:cs typeface="Aptos"/>
              </a:rPr>
              <a:t>Select text, move shapes, replace the image, then download a real PowerPoint file.</a:t>
            </a:r>
          </a:p>
        </p:txBody>
      </p:sp>
      <p:sp>
        <p:nvSpPr>
          <p:cNvPr id="5" name="step-01">
            <a:extLst xmlns:a="http://schemas.openxmlformats.org/drawingml/2006/main">
              <a:ext uri="{FF2B5EF4-FFF2-40B4-BE49-F238E27FC236}">
                <a16:creationId xmlns:a16="http://schemas.microsoft.com/office/drawing/2014/main" id="{D394DE09-F013-460C-B496-76786D63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447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6" name="step-number-01">
            <a:extLst xmlns:a="http://schemas.openxmlformats.org/drawingml/2006/main">
              <a:ext uri="{FF2B5EF4-FFF2-40B4-BE49-F238E27FC236}">
                <a16:creationId xmlns:a16="http://schemas.microsoft.com/office/drawing/2014/main" id="{C980BB30-8891-4887-AAC0-1816FBEC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4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65EB6A52-BB57-4D22-9649-0EF619A7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3A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8" name="step-02">
            <a:extLst xmlns:a="http://schemas.openxmlformats.org/drawingml/2006/main">
              <a:ext uri="{FF2B5EF4-FFF2-40B4-BE49-F238E27FC236}">
                <a16:creationId xmlns:a16="http://schemas.microsoft.com/office/drawing/2014/main" id="{258BFEB9-38EF-46E3-AC4F-78B81B0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48150"/>
            <a:ext cx="1447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9" name="step-number-02">
            <a:extLst xmlns:a="http://schemas.openxmlformats.org/drawingml/2006/main">
              <a:ext uri="{FF2B5EF4-FFF2-40B4-BE49-F238E27FC236}">
                <a16:creationId xmlns:a16="http://schemas.microsoft.com/office/drawing/2014/main" id="{9BFDEA98-DE01-4F1B-A00B-A0FC5DB6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00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8B7802F2-B1D3-4FCA-958D-428D63E0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482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3A"/>
                </a:solidFill>
                <a:latin typeface="Aptos"/>
                <a:ea typeface="Aptos"/>
                <a:cs typeface="Aptos"/>
              </a:rPr>
              <a:t>Edit</a:t>
            </a:r>
          </a:p>
        </p:txBody>
      </p:sp>
      <p:sp>
        <p:nvSpPr>
          <p:cNvPr id="11" name="step-03">
            <a:extLst xmlns:a="http://schemas.openxmlformats.org/drawingml/2006/main">
              <a:ext uri="{FF2B5EF4-FFF2-40B4-BE49-F238E27FC236}">
                <a16:creationId xmlns:a16="http://schemas.microsoft.com/office/drawing/2014/main" id="{EB441EFC-79F0-4199-9793-E90B8D15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48150"/>
            <a:ext cx="1447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2" name="step-number-03">
            <a:extLst xmlns:a="http://schemas.openxmlformats.org/drawingml/2006/main">
              <a:ext uri="{FF2B5EF4-FFF2-40B4-BE49-F238E27FC236}">
                <a16:creationId xmlns:a16="http://schemas.microsoft.com/office/drawing/2014/main" id="{90C666A0-140A-4CE5-A82D-A9352EDA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100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76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76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CA286FAC-9680-411D-A74D-A0F704E2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482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3A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14" name="image-frame">
            <a:extLst xmlns:a="http://schemas.openxmlformats.org/drawingml/2006/main">
              <a:ext uri="{FF2B5EF4-FFF2-40B4-BE49-F238E27FC236}">
                <a16:creationId xmlns:a16="http://schemas.microsoft.com/office/drawing/2014/main" id="{9E34DDD3-85A5-42EC-853D-C1D787A5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"/>
            <a:ext cx="5314950" cy="5295900"/>
          </a:xfrm>
          <a:prstGeom xmlns:a="http://schemas.openxmlformats.org/drawingml/2006/main" prst="roundRect">
            <a:avLst>
              <a:gd name="adj" fmla="val 1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35deb669345bf"/>
          <a:srcRect xmlns:a="http://schemas.openxmlformats.org/drawingml/2006/main" l="16537" t="0" r="165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800100"/>
            <a:ext cx="4933950" cy="491490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16" name="coral-accent">
            <a:extLst xmlns:a="http://schemas.openxmlformats.org/drawingml/2006/main">
              <a:ext uri="{FF2B5EF4-FFF2-40B4-BE49-F238E27FC236}">
                <a16:creationId xmlns:a16="http://schemas.microsoft.com/office/drawing/2014/main" id="{77B37628-5B5C-4C3A-AC94-454DEE51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29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1">
            <a:extLst xmlns:a="http://schemas.openxmlformats.org/drawingml/2006/main">
              <a:ext uri="{FF2B5EF4-FFF2-40B4-BE49-F238E27FC236}">
                <a16:creationId xmlns:a16="http://schemas.microsoft.com/office/drawing/2014/main" id="{53ED9523-87E1-4B3F-8BE5-C6F31C13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190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190A5"/>
                </a:solidFill>
                <a:latin typeface="Aptos"/>
                <a:ea typeface="Aptos"/>
                <a:cs typeface="Aptos"/>
              </a:rPr>
              <a:t>PPTX GLIMPSE DEMO   ·   01</a:t>
            </a:r>
          </a:p>
        </p:txBody>
      </p:sp>
    </p:spTree>
    <p:extLst>
      <p:ext uri="{BB962C8B-B14F-4D97-AF65-F5344CB8AC3E}">
        <p14:creationId xmlns:p14="http://schemas.microsoft.com/office/powerpoint/2010/main" val="213612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wo-kicker">
            <a:extLst xmlns:a="http://schemas.openxmlformats.org/drawingml/2006/main">
              <a:ext uri="{FF2B5EF4-FFF2-40B4-BE49-F238E27FC236}">
                <a16:creationId xmlns:a16="http://schemas.microsoft.com/office/drawing/2014/main" id="{422985D3-50FB-4961-9163-C817B8E5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4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4D6"/>
                </a:solidFill>
                <a:latin typeface="Aptos"/>
                <a:ea typeface="Aptos"/>
                <a:cs typeface="Aptos"/>
              </a:rPr>
              <a:t>A SMALL, EDITABLE SYSTEM</a:t>
            </a:r>
          </a:p>
        </p:txBody>
      </p:sp>
      <p:sp>
        <p:nvSpPr>
          <p:cNvPr id="2" name="slide-two-title">
            <a:extLst xmlns:a="http://schemas.openxmlformats.org/drawingml/2006/main">
              <a:ext uri="{FF2B5EF4-FFF2-40B4-BE49-F238E27FC236}">
                <a16:creationId xmlns:a16="http://schemas.microsoft.com/office/drawing/2014/main" id="{9E992D82-34B2-418E-8604-4603295F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28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1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2213A"/>
                </a:solidFill>
                <a:latin typeface="Aptos Display"/>
                <a:ea typeface="Aptos Display"/>
                <a:cs typeface="Aptos Display"/>
              </a:rPr>
              <a:t>Everything on this slide is editable.</a:t>
            </a:r>
          </a:p>
        </p:txBody>
      </p:sp>
      <p:sp>
        <p:nvSpPr>
          <p:cNvPr id="3" name="slide-two-subtitle">
            <a:extLst xmlns:a="http://schemas.openxmlformats.org/drawingml/2006/main">
              <a:ext uri="{FF2B5EF4-FFF2-40B4-BE49-F238E27FC236}">
                <a16:creationId xmlns:a16="http://schemas.microsoft.com/office/drawing/2014/main" id="{50E0583C-D307-4826-A208-39D909C8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C"/>
                </a:solidFill>
                <a:latin typeface="Aptos"/>
                <a:ea typeface="Aptos"/>
                <a:cs typeface="Aptos"/>
              </a:rPr>
              <a:t>Change the words, resize the cards, or rearrange the composition.</a:t>
            </a:r>
          </a:p>
        </p:txBody>
      </p:sp>
      <p:sp>
        <p:nvSpPr>
          <p:cNvPr id="4" name="feature-card-1">
            <a:extLst xmlns:a="http://schemas.openxmlformats.org/drawingml/2006/main">
              <a:ext uri="{FF2B5EF4-FFF2-40B4-BE49-F238E27FC236}">
                <a16:creationId xmlns:a16="http://schemas.microsoft.com/office/drawing/2014/main" id="{2F3726B1-5125-4618-95A7-1845BA5D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8956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5" name="feature-icon-1">
            <a:extLst xmlns:a="http://schemas.openxmlformats.org/drawingml/2006/main">
              <a:ext uri="{FF2B5EF4-FFF2-40B4-BE49-F238E27FC236}">
                <a16:creationId xmlns:a16="http://schemas.microsoft.com/office/drawing/2014/main" id="{F4A01331-65D3-44B0-A720-54E28B75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EF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eature-symbol-1">
            <a:extLst xmlns:a="http://schemas.openxmlformats.org/drawingml/2006/main">
              <a:ext uri="{FF2B5EF4-FFF2-40B4-BE49-F238E27FC236}">
                <a16:creationId xmlns:a16="http://schemas.microsoft.com/office/drawing/2014/main" id="{079A4E16-B3F8-422D-9BC1-50FDDB07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4D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4D6"/>
                </a:solidFill>
                <a:latin typeface="Aptos"/>
                <a:ea typeface="Aptos"/>
                <a:cs typeface="Aptos"/>
              </a:rPr>
              <a:t>Aa</a:t>
            </a:r>
          </a:p>
        </p:txBody>
      </p:sp>
      <p:sp>
        <p:nvSpPr>
          <p:cNvPr id="7" name="feature-title-1">
            <a:extLst xmlns:a="http://schemas.openxmlformats.org/drawingml/2006/main">
              <a:ext uri="{FF2B5EF4-FFF2-40B4-BE49-F238E27FC236}">
                <a16:creationId xmlns:a16="http://schemas.microsoft.com/office/drawing/2014/main" id="{7CC30F30-4D3D-4A52-A905-7C985111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13A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8" name="feature-body-1">
            <a:extLst xmlns:a="http://schemas.openxmlformats.org/drawingml/2006/main">
              <a:ext uri="{FF2B5EF4-FFF2-40B4-BE49-F238E27FC236}">
                <a16:creationId xmlns:a16="http://schemas.microsoft.com/office/drawing/2014/main" id="{BF210E54-927A-4D6E-A999-03B95C7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C"/>
                </a:solidFill>
                <a:latin typeface="Aptos"/>
                <a:ea typeface="Aptos"/>
                <a:cs typeface="Aptos"/>
              </a:rPr>
              <a:t>Double-click a text shape and write your own message.</a:t>
            </a:r>
          </a:p>
        </p:txBody>
      </p:sp>
      <p:sp>
        <p:nvSpPr>
          <p:cNvPr id="9" name="feature-rule-1">
            <a:extLst xmlns:a="http://schemas.openxmlformats.org/drawingml/2006/main">
              <a:ext uri="{FF2B5EF4-FFF2-40B4-BE49-F238E27FC236}">
                <a16:creationId xmlns:a16="http://schemas.microsoft.com/office/drawing/2014/main" id="{06390193-67CB-4A4D-B3F2-C34EE234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eature-card-2">
            <a:extLst xmlns:a="http://schemas.openxmlformats.org/drawingml/2006/main">
              <a:ext uri="{FF2B5EF4-FFF2-40B4-BE49-F238E27FC236}">
                <a16:creationId xmlns:a16="http://schemas.microsoft.com/office/drawing/2014/main" id="{4906C2C1-2212-4A7F-9163-B68C8D1C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33600"/>
            <a:ext cx="28956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1" name="feature-icon-2">
            <a:extLst xmlns:a="http://schemas.openxmlformats.org/drawingml/2006/main">
              <a:ext uri="{FF2B5EF4-FFF2-40B4-BE49-F238E27FC236}">
                <a16:creationId xmlns:a16="http://schemas.microsoft.com/office/drawing/2014/main" id="{0F0F1728-6F36-481D-81F9-7B38592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eature-symbol-2">
            <a:extLst xmlns:a="http://schemas.openxmlformats.org/drawingml/2006/main">
              <a:ext uri="{FF2B5EF4-FFF2-40B4-BE49-F238E27FC236}">
                <a16:creationId xmlns:a16="http://schemas.microsoft.com/office/drawing/2014/main" id="{BAD9EF5F-09DB-4467-9311-74FF9483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146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◇</a:t>
            </a:r>
          </a:p>
        </p:txBody>
      </p:sp>
      <p:sp>
        <p:nvSpPr>
          <p:cNvPr id="13" name="feature-title-2">
            <a:extLst xmlns:a="http://schemas.openxmlformats.org/drawingml/2006/main">
              <a:ext uri="{FF2B5EF4-FFF2-40B4-BE49-F238E27FC236}">
                <a16:creationId xmlns:a16="http://schemas.microsoft.com/office/drawing/2014/main" id="{E9EE1DDC-2564-45B1-AC80-344ECBE3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13A"/>
                </a:solidFill>
                <a:latin typeface="Aptos"/>
                <a:ea typeface="Aptos"/>
                <a:cs typeface="Aptos"/>
              </a:rPr>
              <a:t>Shapes</a:t>
            </a:r>
          </a:p>
        </p:txBody>
      </p:sp>
      <p:sp>
        <p:nvSpPr>
          <p:cNvPr id="14" name="feature-body-2">
            <a:extLst xmlns:a="http://schemas.openxmlformats.org/drawingml/2006/main">
              <a:ext uri="{FF2B5EF4-FFF2-40B4-BE49-F238E27FC236}">
                <a16:creationId xmlns:a16="http://schemas.microsoft.com/office/drawing/2014/main" id="{59DF750D-660F-4C56-B5CA-39A8F8A1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38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C"/>
                </a:solidFill>
                <a:latin typeface="Aptos"/>
                <a:ea typeface="Aptos"/>
                <a:cs typeface="Aptos"/>
              </a:rPr>
              <a:t>Select a card or accent and drag it to a new position.</a:t>
            </a:r>
          </a:p>
        </p:txBody>
      </p:sp>
      <p:sp>
        <p:nvSpPr>
          <p:cNvPr id="15" name="feature-rule-2">
            <a:extLst xmlns:a="http://schemas.openxmlformats.org/drawingml/2006/main">
              <a:ext uri="{FF2B5EF4-FFF2-40B4-BE49-F238E27FC236}">
                <a16:creationId xmlns:a16="http://schemas.microsoft.com/office/drawing/2014/main" id="{FF769C58-4795-4905-A404-D1BC3D1E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33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eature-card-3">
            <a:extLst xmlns:a="http://schemas.openxmlformats.org/drawingml/2006/main">
              <a:ext uri="{FF2B5EF4-FFF2-40B4-BE49-F238E27FC236}">
                <a16:creationId xmlns:a16="http://schemas.microsoft.com/office/drawing/2014/main" id="{7EB91A7B-92C0-48F5-BC61-F8C13611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33600"/>
            <a:ext cx="28956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CE2EA"/>
            </a:solidFill>
            <a:prstDash val="solid"/>
          </a:ln>
        </p:spPr>
      </p:sp>
      <p:sp>
        <p:nvSpPr>
          <p:cNvPr id="17" name="feature-icon-3">
            <a:extLst xmlns:a="http://schemas.openxmlformats.org/drawingml/2006/main">
              <a:ext uri="{FF2B5EF4-FFF2-40B4-BE49-F238E27FC236}">
                <a16:creationId xmlns:a16="http://schemas.microsoft.com/office/drawing/2014/main" id="{97AD1F36-24FB-4303-B00F-EA258D7B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eature-symbol-3">
            <a:extLst xmlns:a="http://schemas.openxmlformats.org/drawingml/2006/main">
              <a:ext uri="{FF2B5EF4-FFF2-40B4-BE49-F238E27FC236}">
                <a16:creationId xmlns:a16="http://schemas.microsoft.com/office/drawing/2014/main" id="{4A33EF80-DB5D-40A6-B874-296378F2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765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765E"/>
                </a:solidFill>
                <a:latin typeface="Aptos"/>
                <a:ea typeface="Aptos"/>
                <a:cs typeface="Aptos"/>
              </a:rPr>
              <a:t>＋</a:t>
            </a:r>
          </a:p>
        </p:txBody>
      </p:sp>
      <p:sp>
        <p:nvSpPr>
          <p:cNvPr id="19" name="feature-title-3">
            <a:extLst xmlns:a="http://schemas.openxmlformats.org/drawingml/2006/main">
              <a:ext uri="{FF2B5EF4-FFF2-40B4-BE49-F238E27FC236}">
                <a16:creationId xmlns:a16="http://schemas.microsoft.com/office/drawing/2014/main" id="{73162CA2-88C3-4724-9724-079F972F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13A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20" name="feature-body-3">
            <a:extLst xmlns:a="http://schemas.openxmlformats.org/drawingml/2006/main">
              <a:ext uri="{FF2B5EF4-FFF2-40B4-BE49-F238E27FC236}">
                <a16:creationId xmlns:a16="http://schemas.microsoft.com/office/drawing/2014/main" id="{929215A3-DC6A-4B20-9914-13849F8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38550"/>
            <a:ext cx="236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C"/>
                </a:solidFill>
                <a:latin typeface="Aptos"/>
                <a:ea typeface="Aptos"/>
                <a:cs typeface="Aptos"/>
              </a:rPr>
              <a:t>Duplicate this slide, then turn it into a new idea.</a:t>
            </a:r>
          </a:p>
        </p:txBody>
      </p:sp>
      <p:sp>
        <p:nvSpPr>
          <p:cNvPr id="21" name="feature-rule-3">
            <a:extLst xmlns:a="http://schemas.openxmlformats.org/drawingml/2006/main">
              <a:ext uri="{FF2B5EF4-FFF2-40B4-BE49-F238E27FC236}">
                <a16:creationId xmlns:a16="http://schemas.microsoft.com/office/drawing/2014/main" id="{CE774791-8E58-464B-8DDE-1A71EF97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33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ating-square">
            <a:extLst xmlns:a="http://schemas.openxmlformats.org/drawingml/2006/main">
              <a:ext uri="{FF2B5EF4-FFF2-40B4-BE49-F238E27FC236}">
                <a16:creationId xmlns:a16="http://schemas.microsoft.com/office/drawing/2014/main" id="{6CAD3C15-54D0-4FA1-B86B-E9EA0191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47900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6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loating-circle">
            <a:extLst xmlns:a="http://schemas.openxmlformats.org/drawingml/2006/main">
              <a:ext uri="{FF2B5EF4-FFF2-40B4-BE49-F238E27FC236}">
                <a16:creationId xmlns:a16="http://schemas.microsoft.com/office/drawing/2014/main" id="{40738B0C-B469-4C41-9059-34E545D6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385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ating-diamond">
            <a:extLst xmlns:a="http://schemas.openxmlformats.org/drawingml/2006/main">
              <a:ext uri="{FF2B5EF4-FFF2-40B4-BE49-F238E27FC236}">
                <a16:creationId xmlns:a16="http://schemas.microsoft.com/office/drawing/2014/main" id="{2CDBC430-232E-403E-8A5F-BB3DEBE9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529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27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hape-hint">
            <a:extLst xmlns:a="http://schemas.openxmlformats.org/drawingml/2006/main">
              <a:ext uri="{FF2B5EF4-FFF2-40B4-BE49-F238E27FC236}">
                <a16:creationId xmlns:a16="http://schemas.microsoft.com/office/drawing/2014/main" id="{D3D87355-5400-4446-922B-F7FE350D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34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E6B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6B7C"/>
                </a:solidFill>
                <a:latin typeface="Aptos"/>
                <a:ea typeface="Aptos"/>
                <a:cs typeface="Aptos"/>
              </a:rPr>
              <a:t>Try moving these</a:t>
            </a:r>
          </a:p>
        </p:txBody>
      </p:sp>
      <p:sp>
        <p:nvSpPr>
          <p:cNvPr id="26" name="footer-2">
            <a:extLst xmlns:a="http://schemas.openxmlformats.org/drawingml/2006/main">
              <a:ext uri="{FF2B5EF4-FFF2-40B4-BE49-F238E27FC236}">
                <a16:creationId xmlns:a16="http://schemas.microsoft.com/office/drawing/2014/main" id="{4776E21B-FE37-48CB-8041-A263D1EA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190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190A5"/>
                </a:solidFill>
                <a:latin typeface="Aptos"/>
                <a:ea typeface="Aptos"/>
                <a:cs typeface="Aptos"/>
              </a:rPr>
              <a:t>PPTX GLIMPSE DEMO   ·   02</a:t>
            </a:r>
          </a:p>
        </p:txBody>
      </p:sp>
    </p:spTree>
    <p:extLst>
      <p:ext uri="{BB962C8B-B14F-4D97-AF65-F5344CB8AC3E}">
        <p14:creationId xmlns:p14="http://schemas.microsoft.com/office/powerpoint/2010/main" val="700504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y-label-shape">
            <a:extLst xmlns:a="http://schemas.openxmlformats.org/drawingml/2006/main">
              <a:ext uri="{FF2B5EF4-FFF2-40B4-BE49-F238E27FC236}">
                <a16:creationId xmlns:a16="http://schemas.microsoft.com/office/drawing/2014/main" id="{F3AD18A1-0C6C-4960-92F2-99B1EA30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ry-label-text">
            <a:extLst xmlns:a="http://schemas.openxmlformats.org/drawingml/2006/main">
              <a:ext uri="{FF2B5EF4-FFF2-40B4-BE49-F238E27FC236}">
                <a16:creationId xmlns:a16="http://schemas.microsoft.com/office/drawing/2014/main" id="{E066FE5A-B972-49B6-85F8-26E87EE9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YOUR TURN</a:t>
            </a:r>
          </a:p>
        </p:txBody>
      </p:sp>
      <p:sp>
        <p:nvSpPr>
          <p:cNvPr id="3" name="slide-three-title">
            <a:extLst xmlns:a="http://schemas.openxmlformats.org/drawingml/2006/main">
              <a:ext uri="{FF2B5EF4-FFF2-40B4-BE49-F238E27FC236}">
                <a16:creationId xmlns:a16="http://schemas.microsoft.com/office/drawing/2014/main" id="{8F0A7DF8-49E4-40CA-8D14-3A6E55A9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Try an edit in under a minute.</a:t>
            </a:r>
          </a:p>
        </p:txBody>
      </p:sp>
      <p:sp>
        <p:nvSpPr>
          <p:cNvPr id="4" name="slide-three-subtitle">
            <a:extLst xmlns:a="http://schemas.openxmlformats.org/drawingml/2006/main">
              <a:ext uri="{FF2B5EF4-FFF2-40B4-BE49-F238E27FC236}">
                <a16:creationId xmlns:a16="http://schemas.microsoft.com/office/drawing/2014/main" id="{2F1D6511-172E-4150-902C-0133E2D0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CC8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CC8DA"/>
                </a:solidFill>
                <a:latin typeface="Aptos"/>
                <a:ea typeface="Aptos"/>
                <a:cs typeface="Aptos"/>
              </a:rPr>
              <a:t>Three quick changes are enough to feel the full round trip.</a:t>
            </a:r>
          </a:p>
        </p:txBody>
      </p:sp>
      <p:sp>
        <p:nvSpPr>
          <p:cNvPr id="5" name="task-number-bg-1">
            <a:extLst xmlns:a="http://schemas.openxmlformats.org/drawingml/2006/main">
              <a:ext uri="{FF2B5EF4-FFF2-40B4-BE49-F238E27FC236}">
                <a16:creationId xmlns:a16="http://schemas.microsoft.com/office/drawing/2014/main" id="{0B056E46-862E-46EA-938A-5EDE8BF9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ask-number-1">
            <a:extLst xmlns:a="http://schemas.openxmlformats.org/drawingml/2006/main">
              <a:ext uri="{FF2B5EF4-FFF2-40B4-BE49-F238E27FC236}">
                <a16:creationId xmlns:a16="http://schemas.microsoft.com/office/drawing/2014/main" id="{168F5CBB-C32D-40E6-8C27-A9B77B87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task-title-1">
            <a:extLst xmlns:a="http://schemas.openxmlformats.org/drawingml/2006/main">
              <a:ext uri="{FF2B5EF4-FFF2-40B4-BE49-F238E27FC236}">
                <a16:creationId xmlns:a16="http://schemas.microsoft.com/office/drawing/2014/main" id="{972732CD-166B-45A1-B99F-C9E0FE27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Rewrite a headline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789E7B87-719C-40EA-AFC1-05B36615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71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4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4D8"/>
                </a:solidFill>
                <a:latin typeface="Aptos"/>
                <a:ea typeface="Aptos"/>
                <a:cs typeface="Aptos"/>
              </a:rPr>
              <a:t>Double-click any title and type.</a:t>
            </a:r>
          </a:p>
        </p:txBody>
      </p:sp>
      <p:sp>
        <p:nvSpPr>
          <p:cNvPr id="9" name="task-number-bg-2">
            <a:extLst xmlns:a="http://schemas.openxmlformats.org/drawingml/2006/main">
              <a:ext uri="{FF2B5EF4-FFF2-40B4-BE49-F238E27FC236}">
                <a16:creationId xmlns:a16="http://schemas.microsoft.com/office/drawing/2014/main" id="{A189BDDF-F56A-43DE-98CE-BF1F9993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number-2">
            <a:extLst xmlns:a="http://schemas.openxmlformats.org/drawingml/2006/main">
              <a:ext uri="{FF2B5EF4-FFF2-40B4-BE49-F238E27FC236}">
                <a16:creationId xmlns:a16="http://schemas.microsoft.com/office/drawing/2014/main" id="{2D57DA45-A167-41C9-9663-D426954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task-title-2">
            <a:extLst xmlns:a="http://schemas.openxmlformats.org/drawingml/2006/main">
              <a:ext uri="{FF2B5EF4-FFF2-40B4-BE49-F238E27FC236}">
                <a16:creationId xmlns:a16="http://schemas.microsoft.com/office/drawing/2014/main" id="{CC5FF5EB-D1BF-4C99-B2AA-C2574622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Move a shape</a:t>
            </a:r>
          </a:p>
        </p:txBody>
      </p:sp>
      <p:sp>
        <p:nvSpPr>
          <p:cNvPr id="12" name="task-body-2">
            <a:extLst xmlns:a="http://schemas.openxmlformats.org/drawingml/2006/main">
              <a:ext uri="{FF2B5EF4-FFF2-40B4-BE49-F238E27FC236}">
                <a16:creationId xmlns:a16="http://schemas.microsoft.com/office/drawing/2014/main" id="{99F49982-D060-481A-AA6D-301F1988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62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4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4D8"/>
                </a:solidFill>
                <a:latin typeface="Aptos"/>
                <a:ea typeface="Aptos"/>
                <a:cs typeface="Aptos"/>
              </a:rPr>
              <a:t>Select a card, then drag or resize it.</a:t>
            </a:r>
          </a:p>
        </p:txBody>
      </p:sp>
      <p:sp>
        <p:nvSpPr>
          <p:cNvPr id="13" name="task-number-bg-3">
            <a:extLst xmlns:a="http://schemas.openxmlformats.org/drawingml/2006/main">
              <a:ext uri="{FF2B5EF4-FFF2-40B4-BE49-F238E27FC236}">
                <a16:creationId xmlns:a16="http://schemas.microsoft.com/office/drawing/2014/main" id="{43C0FD19-CD3E-40C6-BD79-DE37C6ED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sk-number-3">
            <a:extLst xmlns:a="http://schemas.openxmlformats.org/drawingml/2006/main">
              <a:ext uri="{FF2B5EF4-FFF2-40B4-BE49-F238E27FC236}">
                <a16:creationId xmlns:a16="http://schemas.microsoft.com/office/drawing/2014/main" id="{95C089A8-5663-4225-B7F3-8CB72F09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task-title-3">
            <a:extLst xmlns:a="http://schemas.openxmlformats.org/drawingml/2006/main">
              <a:ext uri="{FF2B5EF4-FFF2-40B4-BE49-F238E27FC236}">
                <a16:creationId xmlns:a16="http://schemas.microsoft.com/office/drawing/2014/main" id="{98349AEC-26F4-4042-B333-F6207E2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10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Download the PPTX</a:t>
            </a:r>
          </a:p>
        </p:txBody>
      </p:sp>
      <p:sp>
        <p:nvSpPr>
          <p:cNvPr id="16" name="task-body-3">
            <a:extLst xmlns:a="http://schemas.openxmlformats.org/drawingml/2006/main">
              <a:ext uri="{FF2B5EF4-FFF2-40B4-BE49-F238E27FC236}">
                <a16:creationId xmlns:a16="http://schemas.microsoft.com/office/drawing/2014/main" id="{3AB76BCB-7EEC-4B6B-98E0-655ADBF6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530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C4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4D8"/>
                </a:solidFill>
                <a:latin typeface="Aptos"/>
                <a:ea typeface="Aptos"/>
                <a:cs typeface="Aptos"/>
              </a:rPr>
              <a:t>Open the result in your usual editor.</a:t>
            </a:r>
          </a:p>
        </p:txBody>
      </p:sp>
      <p:sp>
        <p:nvSpPr>
          <p:cNvPr id="17" name="closing-card">
            <a:extLst xmlns:a="http://schemas.openxmlformats.org/drawingml/2006/main">
              <a:ext uri="{FF2B5EF4-FFF2-40B4-BE49-F238E27FC236}">
                <a16:creationId xmlns:a16="http://schemas.microsoft.com/office/drawing/2014/main" id="{A1EB4BA9-7C83-4948-9CBD-B4887CD3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62050"/>
            <a:ext cx="44196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ing-card-number">
            <a:extLst xmlns:a="http://schemas.openxmlformats.org/drawingml/2006/main">
              <a:ext uri="{FF2B5EF4-FFF2-40B4-BE49-F238E27FC236}">
                <a16:creationId xmlns:a16="http://schemas.microsoft.com/office/drawing/2014/main" id="{7654731B-2D91-4864-94D1-7627961E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6210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E8EFFD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E8EFF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closing-card-title">
            <a:extLst xmlns:a="http://schemas.openxmlformats.org/drawingml/2006/main">
              <a:ext uri="{FF2B5EF4-FFF2-40B4-BE49-F238E27FC236}">
                <a16:creationId xmlns:a16="http://schemas.microsoft.com/office/drawing/2014/main" id="{6DF7DF15-9CA2-4528-86F7-4E99CFB1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43200"/>
            <a:ext cx="333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21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13A"/>
                </a:solidFill>
                <a:latin typeface="Aptos Display"/>
                <a:ea typeface="Aptos Display"/>
                <a:cs typeface="Aptos Display"/>
              </a:rPr>
              <a:t>A real PPTX,</a:t>
            </a:r>
          </a:p>
          <a:p xmlns:a="http://schemas.openxmlformats.org/drawingml/2006/main">
            <a:pPr algn="l">
              <a:defRPr sz="2700" b="1">
                <a:solidFill>
                  <a:srgbClr val="1221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2213A"/>
                </a:solidFill>
                <a:latin typeface="Aptos Display"/>
                <a:ea typeface="Aptos Display"/>
                <a:cs typeface="Aptos Display"/>
              </a:rPr>
              <a:t>back in your hands.</a:t>
            </a:r>
          </a:p>
        </p:txBody>
      </p:sp>
      <p:sp>
        <p:nvSpPr>
          <p:cNvPr id="20" name="closing-card-body">
            <a:extLst xmlns:a="http://schemas.openxmlformats.org/drawingml/2006/main">
              <a:ext uri="{FF2B5EF4-FFF2-40B4-BE49-F238E27FC236}">
                <a16:creationId xmlns:a16="http://schemas.microsoft.com/office/drawing/2014/main" id="{B20D8F5D-9F10-4D3B-99D1-D644AF62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00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7C"/>
                </a:solidFill>
                <a:latin typeface="Aptos"/>
                <a:ea typeface="Aptos"/>
                <a:cs typeface="Aptos"/>
              </a:rPr>
              <a:t>No account, no upload, no special desktop app required.</a:t>
            </a:r>
          </a:p>
        </p:txBody>
      </p:sp>
      <p:sp>
        <p:nvSpPr>
          <p:cNvPr id="21" name="closing-rule-blue">
            <a:extLst xmlns:a="http://schemas.openxmlformats.org/drawingml/2006/main">
              <a:ext uri="{FF2B5EF4-FFF2-40B4-BE49-F238E27FC236}">
                <a16:creationId xmlns:a16="http://schemas.microsoft.com/office/drawing/2014/main" id="{1F1495FA-6302-486B-BF92-29D34428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530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osing-rule-teal">
            <a:extLst xmlns:a="http://schemas.openxmlformats.org/drawingml/2006/main">
              <a:ext uri="{FF2B5EF4-FFF2-40B4-BE49-F238E27FC236}">
                <a16:creationId xmlns:a16="http://schemas.microsoft.com/office/drawing/2014/main" id="{D88F7369-A6FC-4D86-8D73-6E9184A8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53000"/>
            <a:ext cx="609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losing-rule-coral">
            <a:extLst xmlns:a="http://schemas.openxmlformats.org/drawingml/2006/main">
              <a:ext uri="{FF2B5EF4-FFF2-40B4-BE49-F238E27FC236}">
                <a16:creationId xmlns:a16="http://schemas.microsoft.com/office/drawing/2014/main" id="{17BFEA04-FD78-44DC-B479-8BB4D9E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3">
            <a:extLst xmlns:a="http://schemas.openxmlformats.org/drawingml/2006/main">
              <a:ext uri="{FF2B5EF4-FFF2-40B4-BE49-F238E27FC236}">
                <a16:creationId xmlns:a16="http://schemas.microsoft.com/office/drawing/2014/main" id="{7487DF7C-BF98-47B7-AECE-86194207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9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198"/>
                </a:solidFill>
                <a:latin typeface="Aptos"/>
                <a:ea typeface="Aptos"/>
                <a:cs typeface="Aptos"/>
              </a:rPr>
              <a:t>PPTX GLIMPSE DEMO   ·   03</a:t>
            </a:r>
          </a:p>
        </p:txBody>
      </p:sp>
    </p:spTree>
    <p:extLst>
      <p:ext uri="{BB962C8B-B14F-4D97-AF65-F5344CB8AC3E}">
        <p14:creationId xmlns:p14="http://schemas.microsoft.com/office/powerpoint/2010/main" val="573990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2026-07-25T08:20:50.6560000Z</dcterms:created>
  <dcterms:modified xsi:type="dcterms:W3CDTF">2026-07-25T08:20:50.6560000Z</dcterms:modified>
</coreProperties>
</file>