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t 45"/>
          <p:cNvSpPr/>
          <p:nvPr/>
        </p:nvSpPr>
        <p:spPr>
          <a:xfrm rot="2700000">
            <a:off x="200000" y="200000"/>
            <a:ext cx="2781333.3333333335" cy="2271750"/>
          </a:xfrm>
          <a:prstGeom prst="rightArrow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Rot 45</a:t>
            </a:r>
          </a:p>
        </p:txBody>
      </p:sp>
      <p:sp>
        <p:nvSpPr>
          <p:cNvPr id="3" name="Rot 90"/>
          <p:cNvSpPr/>
          <p:nvPr/>
        </p:nvSpPr>
        <p:spPr>
          <a:xfrm rot="5400000">
            <a:off x="3181333.3333333335" y="200000"/>
            <a:ext cx="2781333.3333333335" cy="227175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Rot 90</a:t>
            </a:r>
          </a:p>
        </p:txBody>
      </p:sp>
      <p:sp>
        <p:nvSpPr>
          <p:cNvPr id="4" name="FlipH"/>
          <p:cNvSpPr/>
          <p:nvPr/>
        </p:nvSpPr>
        <p:spPr>
          <a:xfrm flipH="1">
            <a:off x="6162666.666666667" y="200000"/>
            <a:ext cx="2781333.3333333335" cy="2271750"/>
          </a:xfrm>
          <a:prstGeom prst="rightArrow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FlipH</a:t>
            </a:r>
          </a:p>
        </p:txBody>
      </p:sp>
      <p:sp>
        <p:nvSpPr>
          <p:cNvPr id="5" name="FlipV"/>
          <p:cNvSpPr/>
          <p:nvPr/>
        </p:nvSpPr>
        <p:spPr>
          <a:xfrm flipV="1">
            <a:off x="200000" y="2671750"/>
            <a:ext cx="2781333.3333333335" cy="2271750"/>
          </a:xfrm>
          <a:prstGeom prst="rightArrow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FlipV</a:t>
            </a:r>
          </a:p>
        </p:txBody>
      </p:sp>
      <p:sp>
        <p:nvSpPr>
          <p:cNvPr id="6" name="FlipH+V"/>
          <p:cNvSpPr/>
          <p:nvPr/>
        </p:nvSpPr>
        <p:spPr>
          <a:xfrm flipH="1" flipV="1">
            <a:off x="3181333.3333333335" y="2671750"/>
            <a:ext cx="2781333.3333333335" cy="227175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FlipH+V</a:t>
            </a:r>
          </a:p>
        </p:txBody>
      </p:sp>
      <p:sp>
        <p:nvSpPr>
          <p:cNvPr id="7" name="Rot+FlipH"/>
          <p:cNvSpPr/>
          <p:nvPr/>
        </p:nvSpPr>
        <p:spPr>
          <a:xfrm rot="1800000" flipH="1">
            <a:off x="6162666.666666667" y="2671750"/>
            <a:ext cx="2781333.3333333335" cy="2271750"/>
          </a:xfrm>
          <a:prstGeom prst="rightArrow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  <p:txBody>
          <a:bodyPr anchor="ctr"/>
          <a:lstStyle/>
          <a:p>
            <a:pPr/>
            <a:r>
              <a:rPr lang="en-US" sz="1200">
                <a:solidFill>
                  <a:srgbClr val="FFFFFF"/>
                </a:solidFill>
              </a:rPr>
              <a:t>Rot+FlipH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