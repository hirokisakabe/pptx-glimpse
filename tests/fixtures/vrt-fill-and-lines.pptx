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lid-FF6384"/>
          <p:cNvSpPr/>
          <p:nvPr/>
        </p:nvSpPr>
        <p:spPr>
          <a:xfrm>
            <a:off x="200000" y="200000"/>
            <a:ext cx="2781333.3333333335" cy="2271750"/>
          </a:xfrm>
          <a:prstGeom prst="roundRect">
            <a:avLst/>
          </a:prstGeom>
          <a:solidFill>
            <a:srgbClr val="FF6384"/>
          </a:solidFill>
        </p:spPr>
      </p:sp>
      <p:sp>
        <p:nvSpPr>
          <p:cNvPr id="3" name="solid-36A2EB"/>
          <p:cNvSpPr/>
          <p:nvPr/>
        </p:nvSpPr>
        <p:spPr>
          <a:xfrm>
            <a:off x="3181333.3333333335" y="200000"/>
            <a:ext cx="2781333.3333333335" cy="2271750"/>
          </a:xfrm>
          <a:prstGeom prst="roundRect">
            <a:avLst/>
          </a:prstGeom>
          <a:solidFill>
            <a:srgbClr val="36A2EB"/>
          </a:solidFill>
        </p:spPr>
      </p:sp>
      <p:sp>
        <p:nvSpPr>
          <p:cNvPr id="4" name="solid-FFCE56"/>
          <p:cNvSpPr/>
          <p:nvPr/>
        </p:nvSpPr>
        <p:spPr>
          <a:xfrm>
            <a:off x="6162666.666666667" y="200000"/>
            <a:ext cx="2781333.3333333335" cy="2271750"/>
          </a:xfrm>
          <a:prstGeom prst="roundRect">
            <a:avLst/>
          </a:prstGeom>
          <a:solidFill>
            <a:srgbClr val="FFCE56"/>
          </a:solidFill>
        </p:spPr>
      </p:sp>
      <p:sp>
        <p:nvSpPr>
          <p:cNvPr id="5" name="grad-horizontal"/>
          <p:cNvSpPr/>
          <p:nvPr/>
        </p:nvSpPr>
        <p:spPr>
          <a:xfrm>
            <a:off x="200000" y="2671750"/>
            <a:ext cx="2781333.3333333335" cy="2271750"/>
          </a:xfrm>
          <a:prstGeom prst="roundRect">
            <a:avLst/>
          </a:prstGeom>
          <a:gradFill>
            <a:gsLst>
              <a:gs pos="0">
                <a:srgbClr val="4472C4"/>
              </a:gs>
              <a:gs pos="100000">
                <a:srgbClr val="ED7D31"/>
              </a:gs>
            </a:gsLst>
            <a:lin ang="0" scaled="1"/>
          </a:gradFill>
        </p:spPr>
      </p:sp>
      <p:sp>
        <p:nvSpPr>
          <p:cNvPr id="6" name="grad-vertical"/>
          <p:cNvSpPr/>
          <p:nvPr/>
        </p:nvSpPr>
        <p:spPr>
          <a:xfrm>
            <a:off x="3181333.3333333335" y="2671750"/>
            <a:ext cx="2781333.3333333335" cy="2271750"/>
          </a:xfrm>
          <a:prstGeom prst="roundRect">
            <a:avLst/>
          </a:prstGeom>
          <a:gradFill>
            <a:gsLst>
              <a:gs pos="0">
                <a:srgbClr val="4472C4"/>
              </a:gs>
              <a:gs pos="100000">
                <a:srgbClr val="ED7D31"/>
              </a:gs>
            </a:gsLst>
            <a:lin ang="5400000" scaled="1"/>
          </a:gradFill>
        </p:spPr>
      </p:sp>
      <p:sp>
        <p:nvSpPr>
          <p:cNvPr id="7" name="grad-diagonal"/>
          <p:cNvSpPr/>
          <p:nvPr/>
        </p:nvSpPr>
        <p:spPr>
          <a:xfrm>
            <a:off x="6162666.666666667" y="2671750"/>
            <a:ext cx="2781333.3333333335" cy="2271750"/>
          </a:xfrm>
          <a:prstGeom prst="roundRect">
            <a:avLst/>
          </a:prstGeom>
          <a:gradFill>
            <a:gsLst>
              <a:gs pos="0">
                <a:srgbClr val="4472C4"/>
              </a:gs>
              <a:gs pos="100000">
                <a:srgbClr val="ED7D31"/>
              </a:gs>
            </a:gsLst>
            <a:lin ang="2700000" scaled="1"/>
          </a:gradFill>
        </p:spPr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-solid"/>
          <p:cNvSpPr/>
          <p:nvPr/>
        </p:nvSpPr>
        <p:spPr>
          <a:xfrm>
            <a:off x="200000" y="200000"/>
            <a:ext cx="2036000" cy="2271750"/>
          </a:xfrm>
          <a:prstGeom prst="rect">
            <a:avLst/>
          </a:prstGeom>
          <a:noFill/>
          <a:ln w="254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333333"/>
                </a:solidFill>
              </a:rPr>
              <a:t>solid</a:t>
            </a:r>
          </a:p>
        </p:txBody>
      </p:sp>
      <p:sp>
        <p:nvSpPr>
          <p:cNvPr id="3" name="line-dash"/>
          <p:cNvSpPr/>
          <p:nvPr/>
        </p:nvSpPr>
        <p:spPr>
          <a:xfrm>
            <a:off x="2436000" y="200000"/>
            <a:ext cx="2036000" cy="2271750"/>
          </a:xfrm>
          <a:prstGeom prst="rect">
            <a:avLst/>
          </a:prstGeom>
          <a:noFill/>
          <a:ln w="25400">
            <a:solidFill>
              <a:srgbClr val="333333"/>
            </a:solidFill>
            <a:prstDash val="dash"/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333333"/>
                </a:solidFill>
              </a:rPr>
              <a:t>dash</a:t>
            </a:r>
          </a:p>
        </p:txBody>
      </p:sp>
      <p:sp>
        <p:nvSpPr>
          <p:cNvPr id="4" name="line-dot"/>
          <p:cNvSpPr/>
          <p:nvPr/>
        </p:nvSpPr>
        <p:spPr>
          <a:xfrm>
            <a:off x="4672000" y="200000"/>
            <a:ext cx="2036000" cy="2271750"/>
          </a:xfrm>
          <a:prstGeom prst="rect">
            <a:avLst/>
          </a:prstGeom>
          <a:noFill/>
          <a:ln w="25400">
            <a:solidFill>
              <a:srgbClr val="333333"/>
            </a:solidFill>
            <a:prstDash val="dot"/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333333"/>
                </a:solidFill>
              </a:rPr>
              <a:t>dot</a:t>
            </a:r>
          </a:p>
        </p:txBody>
      </p:sp>
      <p:sp>
        <p:nvSpPr>
          <p:cNvPr id="5" name="line-dashDot"/>
          <p:cNvSpPr/>
          <p:nvPr/>
        </p:nvSpPr>
        <p:spPr>
          <a:xfrm>
            <a:off x="6908000" y="200000"/>
            <a:ext cx="2036000" cy="2271750"/>
          </a:xfrm>
          <a:prstGeom prst="rect">
            <a:avLst/>
          </a:prstGeom>
          <a:noFill/>
          <a:ln w="25400">
            <a:solidFill>
              <a:srgbClr val="333333"/>
            </a:solidFill>
            <a:prstDash val="dashDot"/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333333"/>
                </a:solidFill>
              </a:rPr>
              <a:t>dashDot</a:t>
            </a:r>
          </a:p>
        </p:txBody>
      </p:sp>
      <p:sp>
        <p:nvSpPr>
          <p:cNvPr id="6" name="line-lgDash"/>
          <p:cNvSpPr/>
          <p:nvPr/>
        </p:nvSpPr>
        <p:spPr>
          <a:xfrm>
            <a:off x="200000" y="2671750"/>
            <a:ext cx="2036000" cy="2271750"/>
          </a:xfrm>
          <a:prstGeom prst="rect">
            <a:avLst/>
          </a:prstGeom>
          <a:noFill/>
          <a:ln w="25400">
            <a:solidFill>
              <a:srgbClr val="333333"/>
            </a:solidFill>
            <a:prstDash val="lgDash"/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333333"/>
                </a:solidFill>
              </a:rPr>
              <a:t>lgDash</a:t>
            </a:r>
          </a:p>
        </p:txBody>
      </p:sp>
      <p:sp>
        <p:nvSpPr>
          <p:cNvPr id="7" name="line-lgDashDot"/>
          <p:cNvSpPr/>
          <p:nvPr/>
        </p:nvSpPr>
        <p:spPr>
          <a:xfrm>
            <a:off x="2436000" y="2671750"/>
            <a:ext cx="2036000" cy="2271750"/>
          </a:xfrm>
          <a:prstGeom prst="rect">
            <a:avLst/>
          </a:prstGeom>
          <a:noFill/>
          <a:ln w="25400">
            <a:solidFill>
              <a:srgbClr val="333333"/>
            </a:solidFill>
            <a:prstDash val="lgDashDot"/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333333"/>
                </a:solidFill>
              </a:rPr>
              <a:t>lgDashDot</a:t>
            </a:r>
          </a:p>
        </p:txBody>
      </p:sp>
      <p:sp>
        <p:nvSpPr>
          <p:cNvPr id="8" name="line-sysDash"/>
          <p:cNvSpPr/>
          <p:nvPr/>
        </p:nvSpPr>
        <p:spPr>
          <a:xfrm>
            <a:off x="4672000" y="2671750"/>
            <a:ext cx="2036000" cy="2271750"/>
          </a:xfrm>
          <a:prstGeom prst="rect">
            <a:avLst/>
          </a:prstGeom>
          <a:noFill/>
          <a:ln w="25400">
            <a:solidFill>
              <a:srgbClr val="333333"/>
            </a:solidFill>
            <a:prstDash val="sysDash"/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333333"/>
                </a:solidFill>
              </a:rPr>
              <a:t>sysDash</a:t>
            </a:r>
          </a:p>
        </p:txBody>
      </p:sp>
      <p:sp>
        <p:nvSpPr>
          <p:cNvPr id="9" name="line-sysDot"/>
          <p:cNvSpPr/>
          <p:nvPr/>
        </p:nvSpPr>
        <p:spPr>
          <a:xfrm>
            <a:off x="6908000" y="2671750"/>
            <a:ext cx="2036000" cy="2271750"/>
          </a:xfrm>
          <a:prstGeom prst="rect">
            <a:avLst/>
          </a:prstGeom>
          <a:noFill/>
          <a:ln w="25400">
            <a:solidFill>
              <a:srgbClr val="333333"/>
            </a:solidFill>
            <a:prstDash val="sysDot"/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333333"/>
                </a:solidFill>
              </a:rPr>
              <a:t>sysDot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