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Basic Table"/>
          <p:cNvGraphicFramePr>
            <a:graphicFrameLocks noGrp="1"/>
          </p:cNvGraphicFramePr>
          <p:nvPr/>
        </p:nvGraphicFramePr>
        <p:xfrm>
          <a:off x="300000" y="300000"/>
          <a:ext cx="6858000" cy="182880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Alpha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Active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Beta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Pending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Gamma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Done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rge Table"/>
          <p:cNvGraphicFramePr>
            <a:graphicFrameLocks noGrp="1"/>
          </p:cNvGraphicFramePr>
          <p:nvPr/>
        </p:nvGraphicFramePr>
        <p:xfrm>
          <a:off x="300000" y="300000"/>
          <a:ext cx="6858000" cy="18000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600000">
                <a:tc grid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Merged Header (3 cols)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hMerge="1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hMerge="1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600000">
                <a:tc rowSpan="2"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Merged
Rows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Cell B2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Cell C2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vMerge="1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Cell B3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Cell C3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