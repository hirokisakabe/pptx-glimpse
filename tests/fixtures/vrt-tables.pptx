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asic Table"/>
          <p:cNvGraphicFramePr>
            <a:graphicFrameLocks noGrp="1"/>
          </p:cNvGraphicFramePr>
          <p:nvPr/>
        </p:nvGraphicFramePr>
        <p:xfrm>
          <a:off x="300000" y="300000"/>
          <a:ext cx="6858000" cy="1828800"/>
        </p:xfrm>
        <a:graphic>
          <a:graphicData uri="http://schemas.openxmlformats.org/drawingml/2006/table">
            <a:tbl>
              <a:tblPr firstRow="1"/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Alpha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Active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Beta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250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Pending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Gamma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Done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Merge Table"/>
          <p:cNvGraphicFramePr>
            <a:graphicFrameLocks noGrp="1"/>
          </p:cNvGraphicFramePr>
          <p:nvPr/>
        </p:nvGraphicFramePr>
        <p:xfrm>
          <a:off x="300000" y="300000"/>
          <a:ext cx="6858000" cy="18000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600000">
                <a:tc gridSpan="3"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Merged Header (3 cols)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hMerge="1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hMerge="1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600000">
                <a:tc rowSpan="2"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FFFF"/>
                          </a:solidFill>
                        </a:rPr>
                        <a:t>Merged
Rows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Cell B2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Cell C2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vMerge="1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Cell B3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00000"/>
                          </a:solidFill>
                        </a:rPr>
                        <a:t>Cell C3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