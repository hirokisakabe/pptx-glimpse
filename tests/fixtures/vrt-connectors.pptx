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r:id="rId1"/>
  </p:sldMasterIdLst>
  <p:sldIdLst>
    <p:sldId id="256" r:id="rId2"/>
  </p:sldIdLst>
  <p:sldSz cx="9144000" cy="5143500" type="screen16x9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>
            <a:off x="500000" y="500000"/>
            <a:ext cx="3000000" cy="0"/>
          </a:xfrm>
          <a:prstGeom prst="line">
            <a:avLst/>
          </a:prstGeom>
          <a:ln w="25400">
            <a:solidFill>
              <a:srgbClr val="4472C4"/>
            </a:solidFill>
          </a:ln>
        </p:spPr>
      </p:cxnSp>
      <p:cxnSp>
        <p:nvCxnSpPr>
          <p:cNvPr id="3" name="Connector 3"/>
          <p:cNvCxnSpPr/>
          <p:nvPr/>
        </p:nvCxnSpPr>
        <p:spPr>
          <a:xfrm>
            <a:off x="500000" y="1500000"/>
            <a:ext cx="3000000" cy="2000000"/>
          </a:xfrm>
          <a:prstGeom prst="line">
            <a:avLst/>
          </a:prstGeom>
          <a:ln w="25400">
            <a:solidFill>
              <a:srgbClr val="ED7D31"/>
            </a:solidFill>
            <a:prstDash val="dash"/>
          </a:ln>
        </p:spPr>
      </p:cxnSp>
      <p:cxnSp>
        <p:nvCxnSpPr>
          <p:cNvPr id="4" name="Connector 4"/>
          <p:cNvCxnSpPr/>
          <p:nvPr/>
        </p:nvCxnSpPr>
        <p:spPr>
          <a:xfrm>
            <a:off x="5000000" y="500000"/>
            <a:ext cx="0" cy="4000000"/>
          </a:xfrm>
          <a:prstGeom prst="line">
            <a:avLst/>
          </a:prstGeom>
          <a:ln w="25400">
            <a:solidFill>
              <a:srgbClr val="70AD47"/>
            </a:solidFill>
            <a:prstDash val="dot"/>
          </a:ln>
        </p:spPr>
      </p:cxn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</a:majorFont>
      <a:minorFont>
        <a:latin typeface="Calibri"/>
      </a:minorFont>
    </a:fontScheme>
    <a:fmtScheme name="Office"/>
  </a:themeElements>
</a:theme>
</file>