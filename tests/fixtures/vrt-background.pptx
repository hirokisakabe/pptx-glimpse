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7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on-bg"/>
          <p:cNvSpPr/>
          <p:nvPr/>
        </p:nvSpPr>
        <p:spPr>
          <a:xfrm>
            <a:off x="2000000" y="1500000"/>
            <a:ext cx="5000000" cy="2000000"/>
          </a:xfrm>
          <a:prstGeom prst="rect">
            <a:avLst/>
          </a:prstGeom>
          <a:solidFill>
            <a:srgbClr val="FFFFFF"/>
          </a:solidFill>
        </p:spPr>
        <p:txBody>
          <a:bodyPr anchor="ctr"/>
          <a:lstStyle/>
          <a:p>
            <a:pPr/>
            <a:r>
              <a:rPr lang="en-US" sz="2400">
                <a:solidFill>
                  <a:srgbClr val="333333"/>
                </a:solidFill>
              </a:rPr>
              <a:t>Solid Background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1A1A2E"/>
            </a:gs>
            <a:gs pos="50000">
              <a:srgbClr val="16213E"/>
            </a:gs>
            <a:gs pos="100000">
              <a:srgbClr val="0F3460"/>
            </a:gs>
          </a:gsLst>
          <a:lin ang="54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on-grad-bg"/>
          <p:cNvSpPr/>
          <p:nvPr/>
        </p:nvSpPr>
        <p:spPr>
          <a:xfrm>
            <a:off x="2000000" y="1500000"/>
            <a:ext cx="5000000" cy="2000000"/>
          </a:xfrm>
          <a:prstGeom prst="roundRect">
            <a:avLst/>
          </a:prstGeom>
          <a:solidFill>
            <a:srgbClr val="FFFFFF">
              <a:alpha val="80000"/>
            </a:srgbClr>
          </a:solidFill>
        </p:spPr>
        <p:txBody>
          <a:bodyPr anchor="ctr"/>
          <a:lstStyle/>
          <a:p>
            <a:pPr/>
            <a:r>
              <a:rPr lang="en-US" sz="2400">
                <a:solidFill>
                  <a:srgbClr val="333333"/>
                </a:solidFill>
              </a:rPr>
              <a:t>Gradient Background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