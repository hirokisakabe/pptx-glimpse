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r:id="rId1"/>
  </p:sldMasterIdLst>
  <p:sldIdLst>
    <p:sldId id="256" r:id="rId2"/>
  </p:sldIdLst>
  <p:sldSz cx="9144000" cy="5143500" type="screen16x9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theme" Target="theme/theme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/>
          <p:nvPr/>
        </p:nvPicPr>
        <p:blipFill>
          <a:blip r:embed="rId2"/>
          <a:stretch>
            <a:fillRect/>
          </a:stretch>
        </p:blipFill>
        <p:spPr>
          <a:xfrm>
            <a:off x="2000000" y="1000000"/>
            <a:ext cx="5000000" cy="3000000"/>
          </a:xfrm>
          <a:prstGeom prst="rect">
            <a:avLst/>
          </a:prstGeom>
        </p:spPr>
      </p:pic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</a:majorFont>
      <a:minorFont>
        <a:latin typeface="Calibri"/>
      </a:minorFont>
    </a:fontScheme>
    <a:fmtScheme name="Office"/>
  </a:themeElements>
</a:theme>
</file>