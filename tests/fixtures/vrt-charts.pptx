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  <p:sldId id="258" r:id="rId4"/>
    <p:sldId id="259" r:id="rId5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theme" Target="theme/theme1.xml"/>
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Sales by Quarter</a:t>
            </a:r>
          </a:p>
        </c:rich>
      </c:tx>
    </c:title>
    <c:plotArea>
      <c:barChart>
        <c:barDir val="col"/>
        <c:ser>
          <c:idx val="0"/>
          <c:order val="0"/>
          <c:tx>
            <c:strRef>
              <c:strCache>
                <c:pt idx="0">
                  <c:v>FY2024</c:v>
                </c:pt>
              </c:strCache>
            </c:strRef>
          </c:tx>
          <c:cat>
            <c:strRe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pt idx="0">
                  <c:v>10</c:v>
                </c:pt>
                <c:pt idx="1">
                  <c:v>25</c:v>
                </c:pt>
                <c:pt idx="2">
                  <c:v>15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 idx="0">
                  <c:v>FY2025</c:v>
                </c:pt>
              </c:strCache>
            </c:strRef>
          </c:tx>
          <c:cat>
            <c:strRe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pt idx="0">
                  <c:v>15</c:v>
                </c:pt>
                <c:pt idx="1">
                  <c:v>20</c:v>
                </c:pt>
                <c:pt idx="2">
                  <c:v>25</c:v>
                </c:pt>
                <c:pt idx="3">
                  <c:v>35</c:v>
                </c:pt>
              </c:numCache>
            </c:numRef>
          </c:val>
        </c:ser>
      </c:barChart>
    </c:plotArea>
    <c:legend>
      <c:legendPos val="b"/>
    </c:legend>
  </c:chart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Monthly Trend</a:t>
            </a:r>
          </a:p>
        </c:rich>
      </c:tx>
    </c:title>
    <c:plotArea>
      <c:lineChart>
        <c:ser>
          <c:idx val="0"/>
          <c:order val="0"/>
          <c:tx>
            <c:strRef>
              <c:strCache>
                <c:pt idx="0">
                  <c:v>Revenue</c:v>
                </c:pt>
              </c:strCache>
            </c:strRef>
          </c:tx>
          <c:cat>
            <c:strRef>
              <c:strCache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numCache>
                <c:pt idx="0">
                  <c:v>100</c:v>
                </c:pt>
                <c:pt idx="1">
                  <c:v>120</c:v>
                </c:pt>
                <c:pt idx="2">
                  <c:v>90</c:v>
                </c:pt>
                <c:pt idx="3">
                  <c:v>150</c:v>
                </c:pt>
                <c:pt idx="4">
                  <c:v>130</c:v>
                </c:pt>
              </c:numCache>
            </c:numRef>
          </c:val>
        </c:ser>
      </c:lineChart>
    </c:plotArea>
    <c:legend>
      <c:legendPos val="b"/>
    </c:legend>
  </c:chart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Market Share</a:t>
            </a:r>
          </a:p>
        </c:rich>
      </c:tx>
    </c:title>
    <c:plotArea>
      <c:pieChart>
        <c:ser>
          <c:idx val="0"/>
          <c:order val="0"/>
          <c:tx>
            <c:strRef>
              <c:strCache>
                <c:pt idx="0">
                  <c:v>Share</c:v>
                </c:pt>
              </c:strCache>
            </c:strRef>
          </c:tx>
          <c:cat>
            <c:strRef>
              <c:strCache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numCache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</c:pieChart>
    </c:plotArea>
    <c:legend>
      <c:legendPos val="r"/>
    </c:legend>
  </c:chart>
</c:chartSpace>
</file>

<file path=ppt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Data Points</a:t>
            </a:r>
          </a:p>
        </c:rich>
      </c:tx>
    </c:title>
    <c:plotArea>
      <c:scatterChart>
        <c:ser>
          <c:idx val="0"/>
          <c:order val="0"/>
          <c:tx>
            <c:strRef>
              <c:strCache>
                <c:pt idx="0">
                  <c:v>Dataset</c:v>
                </c:pt>
              </c:strCache>
            </c:strRef>
          </c:tx>
          <c:xVal>
            <c:numRef>
              <c:numCache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</c:numCache>
            </c:numRef>
          </c:xVal>
          <c:yVal>
            <c:numRef>
              <c:numCache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7</c:v>
                </c:pt>
                <c:pt idx="4">
                  <c:v>6</c:v>
                </c:pt>
              </c:numCache>
            </c:numRef>
          </c:yVal>
        </c:ser>
      </c:scatterChart>
    </c:plotArea>
    <c:legend>
      <c:legendPos val="b"/>
    </c:legend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Bar Chart"/>
          <p:cNvGraphicFramePr/>
          <p:nvPr/>
        </p:nvGraphicFramePr>
        <p:xfrm>
          <a:off x="300000" y="300000"/>
          <a:ext cx="8544000" cy="4543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ne Chart"/>
          <p:cNvGraphicFramePr/>
          <p:nvPr/>
        </p:nvGraphicFramePr>
        <p:xfrm>
          <a:off x="300000" y="300000"/>
          <a:ext cx="8544000" cy="4543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ie Chart"/>
          <p:cNvGraphicFramePr/>
          <p:nvPr/>
        </p:nvGraphicFramePr>
        <p:xfrm>
          <a:off x="300000" y="300000"/>
          <a:ext cx="8544000" cy="4543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catter Chart"/>
          <p:cNvGraphicFramePr/>
          <p:nvPr/>
        </p:nvGraphicFramePr>
        <p:xfrm>
          <a:off x="300000" y="300000"/>
          <a:ext cx="8544000" cy="4543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