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r:id="rId1"/>
  </p:sldMasterIdLst>
  <p:sldIdLst>
    <p:sldId id="256" r:id="rId2"/>
  </p:sldIdLst>
  <p:sldSz cx="9144000" cy="5143500" type="screen16x9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638"/>
            <a:ext cx="3048000" cy="1143000"/>
          </a:xfrm>
          <a:prstGeom prst="rect">
            <a:avLst/>
          </a:prstGeom>
          <a:solidFill>
            <a:srgbClr val="4472C4"/>
          </a:solidFill>
          <a:ln w="25400">
            <a:solidFill>
              <a:srgbClr val="2F528F"/>
            </a:solidFill>
          </a:ln>
        </p:spPr>
        <p:txBody>
          <a:bodyPr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rial"/>
              </a:rPr>
              <a:t>Hello World</a:t>
            </a:r>
          </a:p>
        </p:txBody>
      </p:sp>
      <p:sp>
        <p:nvSpPr>
          <p:cNvPr id="3" name="Ellipse 1"/>
          <p:cNvSpPr/>
          <p:nvPr/>
        </p:nvSpPr>
        <p:spPr>
          <a:xfrm>
            <a:off x="4572000" y="274638"/>
            <a:ext cx="2286000" cy="2286000"/>
          </a:xfrm>
          <a:prstGeom prst="ellipse">
            <a:avLst/>
          </a:prstGeom>
          <a:solidFill>
            <a:srgbClr val="ED7D31"/>
          </a:solidFill>
        </p:spPr>
      </p:sp>
      <p:sp>
        <p:nvSpPr>
          <p:cNvPr id="4" name="RoundRect 1"/>
          <p:cNvSpPr/>
          <p:nvPr/>
        </p:nvSpPr>
        <p:spPr>
          <a:xfrm>
            <a:off x="457200" y="2743200"/>
            <a:ext cx="3048000" cy="9144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txBody>
          <a:bodyPr anchor="ctr"/>
          <a:lstStyle/>
          <a:p>
            <a:pPr algn="ctr"/>
            <a:r>
              <a:rPr lang="en-US" sz="1800">
                <a:solidFill>
                  <a:srgbClr val="FFFFFF"/>
                </a:solidFill>
              </a:rPr>
              <a:t>Rounded Rectangle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/>
  </a:themeElements>
</a:theme>
</file>