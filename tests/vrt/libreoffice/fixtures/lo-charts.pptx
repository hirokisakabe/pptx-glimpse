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32</c:v>
                </c:pt>
                <c:pt idx="3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Red</c:v>
                </c:pt>
                <c:pt idx="1">
                  <c:v>Green</c:v>
                </c:pt>
                <c:pt idx="2">
                  <c:v>Blue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65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274320" y="274320"/>
          <a:ext cx="393192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0" y="274320"/>
          <a:ext cx="393192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2560320"/>
          <a:ext cx="393192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2560320"/>
          <a:ext cx="393192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