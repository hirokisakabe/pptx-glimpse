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ular Callout 1"/>
          <p:cNvSpPr/>
          <p:nvPr/>
        </p:nvSpPr>
        <p:spPr>
          <a:xfrm>
            <a:off x="274320" y="274320"/>
            <a:ext cx="4023360" cy="1371600"/>
          </a:xfrm>
          <a:prstGeom prst="wedgeRectCallout">
            <a:avLst/>
          </a:prstGeom>
          <a:solidFill>
            <a:srgbClr val="4472C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ular Callout 2"/>
          <p:cNvSpPr/>
          <p:nvPr/>
        </p:nvSpPr>
        <p:spPr>
          <a:xfrm>
            <a:off x="4572000" y="274320"/>
            <a:ext cx="4023360" cy="1371600"/>
          </a:xfrm>
          <a:prstGeom prst="wedgeRoundRectCallout">
            <a:avLst/>
          </a:prstGeom>
          <a:solidFill>
            <a:srgbClr val="ED7D31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Callout 3"/>
          <p:cNvSpPr/>
          <p:nvPr/>
        </p:nvSpPr>
        <p:spPr>
          <a:xfrm>
            <a:off x="274320" y="1920240"/>
            <a:ext cx="4023360" cy="1371600"/>
          </a:xfrm>
          <a:prstGeom prst="wedgeEllipseCallout">
            <a:avLst/>
          </a:prstGeom>
          <a:solidFill>
            <a:srgbClr val="A5A5A5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Callout 4"/>
          <p:cNvSpPr/>
          <p:nvPr/>
        </p:nvSpPr>
        <p:spPr>
          <a:xfrm>
            <a:off x="4572000" y="1920240"/>
            <a:ext cx="4023360" cy="1371600"/>
          </a:xfrm>
          <a:prstGeom prst="cloudCallout">
            <a:avLst/>
          </a:prstGeom>
          <a:solidFill>
            <a:srgbClr val="FFC00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274320" y="3566160"/>
            <a:ext cx="2560320" cy="1371600"/>
          </a:xfrm>
          <a:prstGeom prst="arc">
            <a:avLst/>
          </a:prstGeom>
          <a:solidFill>
            <a:srgbClr val="5B9BD5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3200400" y="3566160"/>
            <a:ext cx="2560320" cy="1371600"/>
          </a:xfrm>
          <a:prstGeom prst="blockArc">
            <a:avLst/>
          </a:prstGeom>
          <a:solidFill>
            <a:srgbClr val="70AD47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ord 7"/>
          <p:cNvSpPr/>
          <p:nvPr/>
        </p:nvSpPr>
        <p:spPr>
          <a:xfrm>
            <a:off x="6126480" y="3566160"/>
            <a:ext cx="2560320" cy="1371600"/>
          </a:xfrm>
          <a:prstGeom prst="chord">
            <a:avLst/>
          </a:prstGeom>
          <a:solidFill>
            <a:srgbClr val="FF638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