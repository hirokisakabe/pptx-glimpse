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lus 1"/>
          <p:cNvSpPr/>
          <p:nvPr/>
        </p:nvSpPr>
        <p:spPr>
          <a:xfrm>
            <a:off x="274320" y="274320"/>
            <a:ext cx="1188720" cy="1188720"/>
          </a:xfrm>
          <a:prstGeom prst="mathPlus">
            <a:avLst/>
          </a:prstGeom>
          <a:solidFill>
            <a:srgbClr val="4472C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inus 2"/>
          <p:cNvSpPr/>
          <p:nvPr/>
        </p:nvSpPr>
        <p:spPr>
          <a:xfrm>
            <a:off x="1691640" y="274320"/>
            <a:ext cx="1188720" cy="1188720"/>
          </a:xfrm>
          <a:prstGeom prst="mathMinus">
            <a:avLst/>
          </a:prstGeom>
          <a:solidFill>
            <a:srgbClr val="ED7D3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ultiply 3"/>
          <p:cNvSpPr/>
          <p:nvPr/>
        </p:nvSpPr>
        <p:spPr>
          <a:xfrm>
            <a:off x="3108960" y="274320"/>
            <a:ext cx="1188720" cy="1188720"/>
          </a:xfrm>
          <a:prstGeom prst="mathMultiply">
            <a:avLst/>
          </a:prstGeom>
          <a:solidFill>
            <a:srgbClr val="A5A5A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vision 4"/>
          <p:cNvSpPr/>
          <p:nvPr/>
        </p:nvSpPr>
        <p:spPr>
          <a:xfrm>
            <a:off x="4526280" y="274320"/>
            <a:ext cx="1188720" cy="1188720"/>
          </a:xfrm>
          <a:prstGeom prst="mathDivide">
            <a:avLst/>
          </a:prstGeom>
          <a:solidFill>
            <a:srgbClr val="FFC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qual 5"/>
          <p:cNvSpPr/>
          <p:nvPr/>
        </p:nvSpPr>
        <p:spPr>
          <a:xfrm>
            <a:off x="5943600" y="274320"/>
            <a:ext cx="1188720" cy="1188720"/>
          </a:xfrm>
          <a:prstGeom prst="mathEqual">
            <a:avLst/>
          </a:prstGeom>
          <a:solidFill>
            <a:srgbClr val="5B9BD5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t Equal 6"/>
          <p:cNvSpPr/>
          <p:nvPr/>
        </p:nvSpPr>
        <p:spPr>
          <a:xfrm>
            <a:off x="7360920" y="274320"/>
            <a:ext cx="1188720" cy="1188720"/>
          </a:xfrm>
          <a:prstGeom prst="mathNotEqual">
            <a:avLst/>
          </a:prstGeom>
          <a:solidFill>
            <a:srgbClr val="70AD47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ar 6 7"/>
          <p:cNvSpPr/>
          <p:nvPr/>
        </p:nvSpPr>
        <p:spPr>
          <a:xfrm>
            <a:off x="274320" y="1737360"/>
            <a:ext cx="1188720" cy="1188720"/>
          </a:xfrm>
          <a:prstGeom prst="gear6">
            <a:avLst/>
          </a:prstGeom>
          <a:solidFill>
            <a:srgbClr val="FF638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ar 9 8"/>
          <p:cNvSpPr/>
          <p:nvPr/>
        </p:nvSpPr>
        <p:spPr>
          <a:xfrm>
            <a:off x="1691640" y="1737360"/>
            <a:ext cx="1188720" cy="1188720"/>
          </a:xfrm>
          <a:prstGeom prst="gear9">
            <a:avLst/>
          </a:prstGeom>
          <a:solidFill>
            <a:srgbClr val="36A2E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3108960" y="1737360"/>
            <a:ext cx="1188720" cy="1188720"/>
          </a:xfrm>
          <a:prstGeom prst="donut">
            <a:avLst/>
          </a:prstGeom>
          <a:solidFill>
            <a:srgbClr val="FFCE5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&quot;No&quot; Symbol 10"/>
          <p:cNvSpPr/>
          <p:nvPr/>
        </p:nvSpPr>
        <p:spPr>
          <a:xfrm>
            <a:off x="4526280" y="1737360"/>
            <a:ext cx="1188720" cy="1188720"/>
          </a:xfrm>
          <a:prstGeom prst="noSmoking">
            <a:avLst/>
          </a:prstGeom>
          <a:solidFill>
            <a:srgbClr val="9966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ross 11"/>
          <p:cNvSpPr/>
          <p:nvPr/>
        </p:nvSpPr>
        <p:spPr>
          <a:xfrm>
            <a:off x="5943600" y="1737360"/>
            <a:ext cx="1188720" cy="1188720"/>
          </a:xfrm>
          <a:prstGeom prst="plus">
            <a:avLst/>
          </a:prstGeom>
          <a:solidFill>
            <a:srgbClr val="4BC0C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art 12"/>
          <p:cNvSpPr/>
          <p:nvPr/>
        </p:nvSpPr>
        <p:spPr>
          <a:xfrm>
            <a:off x="7360920" y="1737360"/>
            <a:ext cx="1188720" cy="1188720"/>
          </a:xfrm>
          <a:prstGeom prst="heart">
            <a:avLst/>
          </a:prstGeom>
          <a:solidFill>
            <a:srgbClr val="F0808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