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Arrow 1"/>
          <p:cNvSpPr/>
          <p:nvPr/>
        </p:nvSpPr>
        <p:spPr>
          <a:xfrm rot="2700000">
            <a:off x="457200" y="274320"/>
            <a:ext cx="2286000" cy="1645920"/>
          </a:xfrm>
          <a:prstGeom prst="rightArrow">
            <a:avLst/>
          </a:prstGeom>
          <a:solidFill>
            <a:srgbClr val="4472C4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Arrow 2"/>
          <p:cNvSpPr/>
          <p:nvPr/>
        </p:nvSpPr>
        <p:spPr>
          <a:xfrm rot="5400000">
            <a:off x="3383280" y="274320"/>
            <a:ext cx="2286000" cy="1645920"/>
          </a:xfrm>
          <a:prstGeom prst="rightArrow">
            <a:avLst/>
          </a:prstGeom>
          <a:solidFill>
            <a:srgbClr val="4472C4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Arrow 3"/>
          <p:cNvSpPr/>
          <p:nvPr/>
        </p:nvSpPr>
        <p:spPr>
          <a:xfrm flipH="1">
            <a:off x="6309360" y="274320"/>
            <a:ext cx="2286000" cy="1645920"/>
          </a:xfrm>
          <a:prstGeom prst="rightArrow">
            <a:avLst/>
          </a:prstGeom>
          <a:solidFill>
            <a:srgbClr val="4472C4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Arrow 4"/>
          <p:cNvSpPr/>
          <p:nvPr/>
        </p:nvSpPr>
        <p:spPr>
          <a:xfrm flipV="1">
            <a:off x="457200" y="2651760"/>
            <a:ext cx="2286000" cy="1645920"/>
          </a:xfrm>
          <a:prstGeom prst="rightArrow">
            <a:avLst/>
          </a:prstGeom>
          <a:solidFill>
            <a:srgbClr val="4472C4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Arrow 5"/>
          <p:cNvSpPr/>
          <p:nvPr/>
        </p:nvSpPr>
        <p:spPr>
          <a:xfrm flipH="1" flipV="1">
            <a:off x="3383280" y="2651760"/>
            <a:ext cx="2286000" cy="1645920"/>
          </a:xfrm>
          <a:prstGeom prst="rightArrow">
            <a:avLst/>
          </a:prstGeom>
          <a:solidFill>
            <a:srgbClr val="4472C4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ight Arrow 6"/>
          <p:cNvSpPr/>
          <p:nvPr/>
        </p:nvSpPr>
        <p:spPr>
          <a:xfrm rot="1800000" flipH="1">
            <a:off x="6309360" y="2651760"/>
            <a:ext cx="2286000" cy="1645920"/>
          </a:xfrm>
          <a:prstGeom prst="rightArrow">
            <a:avLst/>
          </a:prstGeom>
          <a:solidFill>
            <a:srgbClr val="4472C4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