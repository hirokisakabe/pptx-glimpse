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2286000" cy="1828800"/>
          </a:xfrm>
          <a:prstGeom prst="roundRect">
            <a:avLst/>
          </a:prstGeom>
          <a:solidFill>
            <a:srgbClr val="FF6384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457200"/>
            <a:ext cx="2286000" cy="1828800"/>
          </a:xfrm>
          <a:prstGeom prst="roundRect">
            <a:avLst/>
          </a:prstGeom>
          <a:solidFill>
            <a:srgbClr val="36A2EB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0" y="457200"/>
            <a:ext cx="2286000" cy="1828800"/>
          </a:xfrm>
          <a:prstGeom prst="roundRect">
            <a:avLst/>
          </a:prstGeom>
          <a:solidFill>
            <a:srgbClr val="FFCE56"/>
          </a:solidFill>
          <a:ln w="254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743200"/>
            <a:ext cx="2286000" cy="1828800"/>
          </a:xfrm>
          <a:prstGeom prst="rect">
            <a:avLst/>
          </a:prstGeom>
          <a:noFill/>
          <a:ln w="12700"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0" y="2743200"/>
            <a:ext cx="2286000" cy="1828800"/>
          </a:xfrm>
          <a:prstGeom prst="ellipse">
            <a:avLst/>
          </a:prstGeom>
          <a:noFill/>
          <a:ln w="254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0" y="2743200"/>
            <a:ext cx="2286000" cy="1828800"/>
          </a:xfrm>
          <a:prstGeom prst="roundRect">
            <a:avLst/>
          </a:prstGeom>
          <a:noFill/>
          <a:ln w="3810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