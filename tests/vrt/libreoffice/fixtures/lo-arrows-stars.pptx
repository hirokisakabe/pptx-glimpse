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eft-Right Arrow 1"/>
          <p:cNvSpPr/>
          <p:nvPr/>
        </p:nvSpPr>
        <p:spPr>
          <a:xfrm>
            <a:off x="274320" y="274320"/>
            <a:ext cx="1920240" cy="2011680"/>
          </a:xfrm>
          <a:prstGeom prst="leftRightArrow">
            <a:avLst/>
          </a:prstGeom>
          <a:solidFill>
            <a:srgbClr val="4472C4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Up-Down Arrow 2"/>
          <p:cNvSpPr/>
          <p:nvPr/>
        </p:nvSpPr>
        <p:spPr>
          <a:xfrm>
            <a:off x="2468879" y="274320"/>
            <a:ext cx="1920240" cy="2011680"/>
          </a:xfrm>
          <a:prstGeom prst="upDownArrow">
            <a:avLst/>
          </a:prstGeom>
          <a:solidFill>
            <a:srgbClr val="ED7D31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Quad Arrow 3"/>
          <p:cNvSpPr/>
          <p:nvPr/>
        </p:nvSpPr>
        <p:spPr>
          <a:xfrm>
            <a:off x="4663440" y="274320"/>
            <a:ext cx="1920240" cy="2011680"/>
          </a:xfrm>
          <a:prstGeom prst="quadArrow">
            <a:avLst/>
          </a:prstGeom>
          <a:solidFill>
            <a:srgbClr val="A5A5A5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ular Arrow 4"/>
          <p:cNvSpPr/>
          <p:nvPr/>
        </p:nvSpPr>
        <p:spPr>
          <a:xfrm>
            <a:off x="6857999" y="274320"/>
            <a:ext cx="1920240" cy="2011680"/>
          </a:xfrm>
          <a:prstGeom prst="circularArrow">
            <a:avLst/>
          </a:prstGeom>
          <a:solidFill>
            <a:srgbClr val="FFC00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6-Point Star 5"/>
          <p:cNvSpPr/>
          <p:nvPr/>
        </p:nvSpPr>
        <p:spPr>
          <a:xfrm>
            <a:off x="274320" y="2560320"/>
            <a:ext cx="1463040" cy="1463040"/>
          </a:xfrm>
          <a:prstGeom prst="star6">
            <a:avLst/>
          </a:prstGeom>
          <a:solidFill>
            <a:srgbClr val="FF6384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8-Point Star 6"/>
          <p:cNvSpPr/>
          <p:nvPr/>
        </p:nvSpPr>
        <p:spPr>
          <a:xfrm>
            <a:off x="2011679" y="2560320"/>
            <a:ext cx="1463040" cy="1463040"/>
          </a:xfrm>
          <a:prstGeom prst="star8">
            <a:avLst/>
          </a:prstGeom>
          <a:solidFill>
            <a:srgbClr val="36A2EB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10-Point Star 7"/>
          <p:cNvSpPr/>
          <p:nvPr/>
        </p:nvSpPr>
        <p:spPr>
          <a:xfrm>
            <a:off x="3749039" y="2560320"/>
            <a:ext cx="1463040" cy="1463040"/>
          </a:xfrm>
          <a:prstGeom prst="star10">
            <a:avLst/>
          </a:prstGeom>
          <a:solidFill>
            <a:srgbClr val="FFCE5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12-Point Star 8"/>
          <p:cNvSpPr/>
          <p:nvPr/>
        </p:nvSpPr>
        <p:spPr>
          <a:xfrm>
            <a:off x="5486399" y="2560320"/>
            <a:ext cx="1463040" cy="1463040"/>
          </a:xfrm>
          <a:prstGeom prst="star12">
            <a:avLst/>
          </a:prstGeom>
          <a:solidFill>
            <a:srgbClr val="9966FF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16-Point Star 9"/>
          <p:cNvSpPr/>
          <p:nvPr/>
        </p:nvSpPr>
        <p:spPr>
          <a:xfrm>
            <a:off x="7223759" y="2560320"/>
            <a:ext cx="1463040" cy="1463040"/>
          </a:xfrm>
          <a:prstGeom prst="star16">
            <a:avLst/>
          </a:prstGeom>
          <a:solidFill>
            <a:srgbClr val="4BC0C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