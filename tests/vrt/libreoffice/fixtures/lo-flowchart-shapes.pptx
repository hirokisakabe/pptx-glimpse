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cess 1"/>
          <p:cNvSpPr/>
          <p:nvPr/>
        </p:nvSpPr>
        <p:spPr>
          <a:xfrm>
            <a:off x="274320" y="274320"/>
            <a:ext cx="1920240" cy="2011680"/>
          </a:xfrm>
          <a:prstGeom prst="flowChartProcess">
            <a:avLst/>
          </a:prstGeom>
          <a:solidFill>
            <a:srgbClr val="4472C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lternate process 2"/>
          <p:cNvSpPr/>
          <p:nvPr/>
        </p:nvSpPr>
        <p:spPr>
          <a:xfrm>
            <a:off x="2468879" y="274320"/>
            <a:ext cx="1920240" cy="2011680"/>
          </a:xfrm>
          <a:prstGeom prst="flowChartAlternateProcess">
            <a:avLst/>
          </a:prstGeom>
          <a:solidFill>
            <a:srgbClr val="ED7D3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ision 3"/>
          <p:cNvSpPr/>
          <p:nvPr/>
        </p:nvSpPr>
        <p:spPr>
          <a:xfrm>
            <a:off x="4663440" y="274320"/>
            <a:ext cx="1920240" cy="2011680"/>
          </a:xfrm>
          <a:prstGeom prst="flowChartDecision">
            <a:avLst/>
          </a:prstGeom>
          <a:solidFill>
            <a:srgbClr val="A5A5A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a 4"/>
          <p:cNvSpPr/>
          <p:nvPr/>
        </p:nvSpPr>
        <p:spPr>
          <a:xfrm>
            <a:off x="6857999" y="274320"/>
            <a:ext cx="1920240" cy="2011680"/>
          </a:xfrm>
          <a:prstGeom prst="flowChartInputOutput">
            <a:avLst/>
          </a:prstGeom>
          <a:solidFill>
            <a:srgbClr val="FFC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edefined Process 5"/>
          <p:cNvSpPr/>
          <p:nvPr/>
        </p:nvSpPr>
        <p:spPr>
          <a:xfrm>
            <a:off x="274320" y="2651760"/>
            <a:ext cx="1920240" cy="2011680"/>
          </a:xfrm>
          <a:prstGeom prst="flowChartPredefinedProcess">
            <a:avLst/>
          </a:prstGeom>
          <a:solidFill>
            <a:srgbClr val="5B9BD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cument 6"/>
          <p:cNvSpPr/>
          <p:nvPr/>
        </p:nvSpPr>
        <p:spPr>
          <a:xfrm>
            <a:off x="2468879" y="2651760"/>
            <a:ext cx="1920240" cy="2011680"/>
          </a:xfrm>
          <a:prstGeom prst="flowChartDocument">
            <a:avLst/>
          </a:prstGeom>
          <a:solidFill>
            <a:srgbClr val="70AD47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rminator 7"/>
          <p:cNvSpPr/>
          <p:nvPr/>
        </p:nvSpPr>
        <p:spPr>
          <a:xfrm>
            <a:off x="4663440" y="2651760"/>
            <a:ext cx="1920240" cy="2011680"/>
          </a:xfrm>
          <a:prstGeom prst="flowChartTerminator">
            <a:avLst/>
          </a:prstGeom>
          <a:solidFill>
            <a:srgbClr val="FF638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paration 8"/>
          <p:cNvSpPr/>
          <p:nvPr/>
        </p:nvSpPr>
        <p:spPr>
          <a:xfrm>
            <a:off x="6857999" y="2651760"/>
            <a:ext cx="1920240" cy="2011680"/>
          </a:xfrm>
          <a:prstGeom prst="flowChartPreparation">
            <a:avLst/>
          </a:prstGeom>
          <a:solidFill>
            <a:srgbClr val="36A2E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