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4023360" cy="201168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72C4"/>
                </a:solidFill>
                <a:latin typeface="Liberation Sans"/>
              </a:rPr>
              <a:t>Bullet (dot)</a:t>
            </a:r>
          </a:p>
          <a:p>
            <a:pPr marL="274320" indent="-182880">
              <a:buChar char="•"/>
            </a:pPr>
            <a:r>
              <a:rPr sz="1400">
                <a:latin typeface="Liberation Sans"/>
              </a:rPr>
              <a:t>First item</a:t>
            </a:r>
          </a:p>
          <a:p>
            <a:pPr marL="274320" indent="-182880">
              <a:buChar char="•"/>
            </a:pPr>
            <a:r>
              <a:rPr sz="1400">
                <a:latin typeface="Liberation Sans"/>
              </a:rPr>
              <a:t>Second item</a:t>
            </a:r>
          </a:p>
          <a:p>
            <a:pPr marL="274320" indent="-182880">
              <a:buChar char="•"/>
            </a:pPr>
            <a:r>
              <a:rPr sz="1400">
                <a:latin typeface="Liberation Sans"/>
              </a:rPr>
              <a:t>Third item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74320"/>
            <a:ext cx="4023360" cy="201168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72C4"/>
                </a:solidFill>
                <a:latin typeface="Liberation Sans"/>
              </a:rPr>
              <a:t>Bullet (dash)</a:t>
            </a:r>
          </a:p>
          <a:p>
            <a:pPr marL="274320" indent="-182880">
              <a:buChar char="-"/>
            </a:pPr>
            <a:r>
              <a:rPr sz="1400">
                <a:latin typeface="Liberation Sans"/>
              </a:rPr>
              <a:t>Apple</a:t>
            </a:r>
          </a:p>
          <a:p>
            <a:pPr marL="274320" indent="-182880">
              <a:buChar char="-"/>
            </a:pPr>
            <a:r>
              <a:rPr sz="1400">
                <a:latin typeface="Liberation Sans"/>
              </a:rPr>
              <a:t>Banana</a:t>
            </a:r>
          </a:p>
          <a:p>
            <a:pPr marL="274320" indent="-182880">
              <a:buChar char="-"/>
            </a:pPr>
            <a:r>
              <a:rPr sz="1400">
                <a:latin typeface="Liberation Sans"/>
              </a:rPr>
              <a:t>Cherry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651760"/>
            <a:ext cx="4023360" cy="201168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72C4"/>
                </a:solidFill>
                <a:latin typeface="Liberation Sans"/>
              </a:rPr>
              <a:t>Numbered (1. 2. 3.)</a:t>
            </a:r>
          </a:p>
          <a:p>
            <a:pPr marL="274320" indent="-182880">
              <a:buAutoNum type="arabicPeriod"/>
            </a:pPr>
            <a:r>
              <a:rPr sz="1400">
                <a:latin typeface="Liberation Sans"/>
              </a:rPr>
              <a:t>Step one</a:t>
            </a:r>
          </a:p>
          <a:p>
            <a:pPr marL="274320" indent="-182880">
              <a:buAutoNum type="arabicPeriod"/>
            </a:pPr>
            <a:r>
              <a:rPr sz="1400">
                <a:latin typeface="Liberation Sans"/>
              </a:rPr>
              <a:t>Step two</a:t>
            </a:r>
          </a:p>
          <a:p>
            <a:pPr marL="274320" indent="-182880">
              <a:buAutoNum type="arabicPeriod"/>
            </a:pPr>
            <a:r>
              <a:rPr sz="1400">
                <a:latin typeface="Liberation Sans"/>
              </a:rPr>
              <a:t>Step three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651760"/>
            <a:ext cx="4023360" cy="201168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72C4"/>
                </a:solidFill>
                <a:latin typeface="Liberation Sans"/>
              </a:rPr>
              <a:t>Alpha (a. b. c.)</a:t>
            </a:r>
          </a:p>
          <a:p>
            <a:pPr marL="274320" indent="-182880">
              <a:buAutoNum type="alphaLcPeriod"/>
            </a:pPr>
            <a:r>
              <a:rPr sz="1400">
                <a:latin typeface="Liberation Sans"/>
              </a:rPr>
              <a:t>Option A</a:t>
            </a:r>
          </a:p>
          <a:p>
            <a:pPr marL="274320" indent="-182880">
              <a:buAutoNum type="alphaLcPeriod"/>
            </a:pPr>
            <a:r>
              <a:rPr sz="1400">
                <a:latin typeface="Liberation Sans"/>
              </a:rPr>
              <a:t>Option B</a:t>
            </a:r>
          </a:p>
          <a:p>
            <a:pPr marL="274320" indent="-182880">
              <a:buAutoNum type="alphaLcPeriod"/>
            </a:pPr>
            <a:r>
              <a:rPr sz="1400">
                <a:latin typeface="Liberation Sans"/>
              </a:rPr>
              <a:t>Option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