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Custom 1"/>
          <p:cNvSpPr/>
          <p:nvPr/>
        </p:nvSpPr>
        <p:spPr>
          <a:xfrm>
            <a:off x="457200" y="457200"/>
            <a:ext cx="3200400" cy="32004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500" y="0"/>
                </a:moveTo>
                <a:lnTo>
                  <a:pt x="650" y="350"/>
                </a:lnTo>
                <a:lnTo>
                  <a:pt x="1000" y="400"/>
                </a:lnTo>
                <a:lnTo>
                  <a:pt x="750" y="650"/>
                </a:lnTo>
                <a:lnTo>
                  <a:pt x="800" y="1000"/>
                </a:lnTo>
                <a:lnTo>
                  <a:pt x="500" y="850"/>
                </a:lnTo>
                <a:lnTo>
                  <a:pt x="200" y="1000"/>
                </a:lnTo>
                <a:lnTo>
                  <a:pt x="250" y="650"/>
                </a:lnTo>
                <a:lnTo>
                  <a:pt x="0" y="400"/>
                </a:lnTo>
                <a:lnTo>
                  <a:pt x="350" y="350"/>
                </a:lnTo>
                <a:close/>
              </a:path>
            </a:pathLst>
          </a:cu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101" name="Custom 2"/>
          <p:cNvSpPr/>
          <p:nvPr/>
        </p:nvSpPr>
        <p:spPr>
          <a:xfrm>
            <a:off x="5029200" y="457200"/>
            <a:ext cx="3200400" cy="3200400"/>
          </a:xfrm>
          <a:custGeom>
            <a:avLst/>
            <a:gdLst/>
            <a:ahLst/>
            <a:cxnLst/>
            <a:rect l="0" t="0" r="0" b="0"/>
            <a:pathLst>
              <a:path w="1000" h="1000">
                <a:moveTo>
                  <a:pt x="0" y="500"/>
                </a:moveTo>
                <a:cubicBezTo>
                  <a:pt x="250" y="0"/>
                  <a:pt x="750" y="1000"/>
                  <a:pt x="1000" y="500"/>
                </a:cubicBezTo>
                <a:close/>
              </a:path>
            </a:pathLst>
          </a:custGeom>
          <a:solidFill>
            <a:srgbClr val="5B9BD5"/>
          </a:solidFill>
          <a:ln w="12700">
            <a:solidFill>
              <a:srgbClr val="333333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