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Solid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7432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Dash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27432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Dot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5176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DashDot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5176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LgDash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651760"/>
            <a:ext cx="2560320" cy="2011680"/>
          </a:xfrm>
          <a:prstGeom prst="rect">
            <a:avLst/>
          </a:prstGeom>
          <a:noFill/>
          <a:ln w="31750">
            <a:solidFill>
              <a:srgbClr val="4472C4"/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33333"/>
                </a:solidFill>
                <a:latin typeface="Liberation Sans"/>
              </a:rPr>
              <a:t>LgDashDot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