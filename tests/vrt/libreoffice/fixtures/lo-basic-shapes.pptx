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2286000" cy="1828800"/>
          </a:xfrm>
          <a:prstGeom prst="rect">
            <a:avLst/>
          </a:prstGeom>
          <a:solidFill>
            <a:srgbClr val="4472C4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457200"/>
            <a:ext cx="2286000" cy="1828800"/>
          </a:xfrm>
          <a:prstGeom prst="ellipse">
            <a:avLst/>
          </a:prstGeom>
          <a:solidFill>
            <a:srgbClr val="ED7D31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0" y="457200"/>
            <a:ext cx="2286000" cy="1828800"/>
          </a:xfrm>
          <a:prstGeom prst="roundRect">
            <a:avLst/>
          </a:prstGeom>
          <a:solidFill>
            <a:srgbClr val="A5A5A5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457200" y="2743200"/>
            <a:ext cx="2286000" cy="1828800"/>
          </a:xfrm>
          <a:prstGeom prst="diamond">
            <a:avLst/>
          </a:prstGeom>
          <a:solidFill>
            <a:srgbClr val="FFC000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3200400" y="2743200"/>
            <a:ext cx="2286000" cy="1828800"/>
          </a:xfrm>
          <a:prstGeom prst="triangle">
            <a:avLst/>
          </a:prstGeom>
          <a:solidFill>
            <a:srgbClr val="5B9BD5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5943600" y="2743200"/>
            <a:ext cx="2286000" cy="1828800"/>
          </a:xfrm>
          <a:prstGeom prst="hexagon">
            <a:avLst/>
          </a:prstGeom>
          <a:solidFill>
            <a:srgbClr val="70AD47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