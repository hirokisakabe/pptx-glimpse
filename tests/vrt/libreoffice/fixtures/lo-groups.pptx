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pSp>
        <p:nvGrpSpPr>
          <p:cNvPr id="100" name="Group 1"/>
          <p:cNvGrpSpPr/>
          <p:nvPr/>
        </p:nvGrpSpPr>
        <p:grpSpPr>
          <a:xfrm>
            <a:off x="457200" y="731520"/>
            <a:ext cx="3657600" cy="3200400"/>
            <a:chOff x="457200" y="731520"/>
            <a:chExt cx="3657600" cy="3200400"/>
          </a:xfrm>
        </p:grpSpPr>
        <p:sp>
          <p:nvSpPr>
            <p:cNvPr id="200" name="Shape 1"/>
            <p:cNvSpPr/>
            <p:nvPr/>
          </p:nvSpPr>
          <p:spPr>
            <a:xfrm>
              <a:off x="457200" y="731520"/>
              <a:ext cx="1645920" cy="1371600"/>
            </a:xfrm>
            <a:prstGeom prst="rect">
              <a:avLst/>
            </a:prstGeom>
            <a:solidFill>
              <a:srgbClr val="4472C4"/>
            </a:solidFill>
            <a:ln w="19050">
              <a:solidFill>
                <a:srgbClr val="333333"/>
              </a:solidFill>
            </a:ln>
          </p:spPr>
        </p:sp>
        <p:sp>
          <p:nvSpPr>
            <p:cNvPr id="201" name="Shape 2"/>
            <p:cNvSpPr/>
            <p:nvPr/>
          </p:nvSpPr>
          <p:spPr>
            <a:xfrm>
              <a:off x="2286000" y="2286000"/>
              <a:ext cx="1645920" cy="1371600"/>
            </a:xfrm>
            <a:prstGeom prst="ellipse">
              <a:avLst/>
            </a:prstGeom>
            <a:solidFill>
              <a:srgbClr val="ED7D31"/>
            </a:solidFill>
            <a:ln w="19050">
              <a:solidFill>
                <a:srgbClr val="333333"/>
              </a:solidFill>
            </a:ln>
          </p:spPr>
        </p:sp>
      </p:grpSp>
      <p:grpSp>
        <p:nvGrpSpPr>
          <p:cNvPr id="101" name="Group 2"/>
          <p:cNvGrpSpPr/>
          <p:nvPr/>
        </p:nvGrpSpPr>
        <p:grpSpPr>
          <a:xfrm>
            <a:off x="4754880" y="731520"/>
            <a:ext cx="3657600" cy="3200400"/>
            <a:chOff x="4754880" y="731520"/>
            <a:chExt cx="3657600" cy="3200400"/>
          </a:xfrm>
        </p:grpSpPr>
        <p:sp>
          <p:nvSpPr>
            <p:cNvPr id="210" name="Shape 1"/>
            <p:cNvSpPr/>
            <p:nvPr/>
          </p:nvSpPr>
          <p:spPr>
            <a:xfrm>
              <a:off x="4754880" y="731520"/>
              <a:ext cx="1645920" cy="1371600"/>
            </a:xfrm>
            <a:prstGeom prst="diamond">
              <a:avLst/>
            </a:prstGeom>
            <a:solidFill>
              <a:srgbClr val="70AD47"/>
            </a:solidFill>
            <a:ln w="19050">
              <a:solidFill>
                <a:srgbClr val="333333"/>
              </a:solidFill>
            </a:ln>
          </p:spPr>
        </p:sp>
        <p:sp>
          <p:nvSpPr>
            <p:cNvPr id="211" name="Shape 2"/>
            <p:cNvSpPr/>
            <p:nvPr/>
          </p:nvSpPr>
          <p:spPr>
            <a:xfrm>
              <a:off x="6583680" y="2286000"/>
              <a:ext cx="1645920" cy="1371600"/>
            </a:xfrm>
            <a:prstGeom prst="triangle">
              <a:avLst/>
            </a:prstGeom>
            <a:solidFill>
              <a:srgbClr val="FFC000"/>
            </a:solidFill>
            <a:ln w="19050">
              <a:solidFill>
                <a:srgbClr val="333333"/>
              </a:solidFill>
            </a:ln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