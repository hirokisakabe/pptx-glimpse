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10" name="Straight"/>
          <p:cNvCxnSpPr/>
          <p:nvPr/>
        </p:nvCxnSpPr>
        <p:spPr>
          <a:xfrm>
            <a:off x="500000" y="500000"/>
            <a:ext cx="3000000" cy="0"/>
          </a:xfrm>
          <a:prstGeom prst="line">
            <a:avLst/>
          </a:prstGeom>
          <a:ln w="25400">
            <a:solidFill>
              <a:srgbClr val="4472C4"/>
            </a:solidFill>
          </a:ln>
        </p:spPr>
      </p:cxnSp>
      <p:cxnSp>
        <p:nvCxnSpPr>
          <p:cNvPr id="11" name="Dashed"/>
          <p:cNvCxnSpPr/>
          <p:nvPr/>
        </p:nvCxnSpPr>
        <p:spPr>
          <a:xfrm>
            <a:off x="500000" y="1500000"/>
            <a:ext cx="3000000" cy="2000000"/>
          </a:xfrm>
          <a:prstGeom prst="line">
            <a:avLst/>
          </a:prstGeom>
          <a:ln w="25400">
            <a:solidFill>
              <a:srgbClr val="ED7D31"/>
            </a:solidFill>
            <a:prstDash val="dash"/>
          </a:ln>
        </p:spPr>
      </p:cxnSp>
      <p:cxnSp>
        <p:nvCxnSpPr>
          <p:cNvPr id="12" name="Dotted"/>
          <p:cNvCxnSpPr/>
          <p:nvPr/>
        </p:nvCxnSpPr>
        <p:spPr>
          <a:xfrm>
            <a:off x="5000000" y="500000"/>
            <a:ext cx="0" cy="4000000"/>
          </a:xfrm>
          <a:prstGeom prst="line">
            <a:avLst/>
          </a:prstGeom>
          <a:ln w="25400">
            <a:solidFill>
              <a:srgbClr val="70AD47"/>
            </a:solidFill>
            <a:prstDash val="dot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