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r:id="rId1"/>
  </p:sldMasterIdLst>
  <p:sldIdLst>
    <p:sldId id="256" r:id="rId2"/>
    <p:sldId id="257" r:id="rId3"/>
  </p:sldIdLst>
  <p:sldSz cx="9144000" cy="5143500" type="screen16x9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uChar-standard"/>
          <p:cNvSpPr/>
          <p:nvPr/>
        </p:nvSpPr>
        <p:spPr>
          <a:xfrm>
            <a:off x="200000" y="200000"/>
            <a:ext cx="4272000" cy="2271750"/>
          </a:xfrm>
          <a:prstGeom prst="rect">
            <a:avLst/>
          </a:prstGeom>
          <a:solidFill>
            <a:srgbClr val="F0F0F0"/>
          </a:solidFill>
        </p:spPr>
        <p:txBody>
          <a:bodyPr anchor="t"/>
          <a:lstStyle/>
          <a:p>
            <a:pPr lvl="0" marL="342900" indent="-342900">
              <a:buChar char="•"/>
            </a:pPr>
            <a:r>
              <a:rPr lang="en-US" sz="1400">
                <a:solidFill>
                  <a:srgbClr val="333333"/>
                </a:solidFill>
              </a:rPr>
              <a:t>First bullet item</a:t>
            </a:r>
          </a:p>
          <a:p>
            <a:pPr lvl="0" marL="342900" indent="-342900">
              <a:buChar char="•"/>
            </a:pPr>
            <a:r>
              <a:rPr lang="en-US" sz="1400">
                <a:solidFill>
                  <a:srgbClr val="333333"/>
                </a:solidFill>
              </a:rPr>
              <a:t>Second bullet item</a:t>
            </a:r>
          </a:p>
          <a:p>
            <a:pPr lvl="0" marL="342900" indent="-342900">
              <a:buChar char="•"/>
            </a:pPr>
            <a:r>
              <a:rPr lang="en-US" sz="1400">
                <a:solidFill>
                  <a:srgbClr val="333333"/>
                </a:solidFill>
              </a:rPr>
              <a:t>Third bullet item</a:t>
            </a:r>
          </a:p>
        </p:txBody>
      </p:sp>
      <p:sp>
        <p:nvSpPr>
          <p:cNvPr id="3" name="buChar-dash"/>
          <p:cNvSpPr/>
          <p:nvPr/>
        </p:nvSpPr>
        <p:spPr>
          <a:xfrm>
            <a:off x="4672000" y="200000"/>
            <a:ext cx="4272000" cy="2271750"/>
          </a:xfrm>
          <a:prstGeom prst="rect">
            <a:avLst/>
          </a:prstGeom>
          <a:solidFill>
            <a:srgbClr val="F0F0F0"/>
          </a:solidFill>
        </p:spPr>
        <p:txBody>
          <a:bodyPr anchor="t"/>
          <a:lstStyle/>
          <a:p>
            <a:pPr lvl="0" marL="342900" indent="-342900">
              <a:buChar char="-"/>
            </a:pPr>
            <a:r>
              <a:rPr lang="en-US" sz="1400">
                <a:solidFill>
                  <a:srgbClr val="333333"/>
                </a:solidFill>
              </a:rPr>
              <a:t>Dash item A</a:t>
            </a:r>
          </a:p>
          <a:p>
            <a:pPr lvl="0" marL="342900" indent="-342900">
              <a:buChar char="-"/>
            </a:pPr>
            <a:r>
              <a:rPr lang="en-US" sz="1400">
                <a:solidFill>
                  <a:srgbClr val="333333"/>
                </a:solidFill>
              </a:rPr>
              <a:t>Dash item B</a:t>
            </a:r>
          </a:p>
        </p:txBody>
      </p:sp>
      <p:sp>
        <p:nvSpPr>
          <p:cNvPr id="4" name="buAutoNum-arabic"/>
          <p:cNvSpPr/>
          <p:nvPr/>
        </p:nvSpPr>
        <p:spPr>
          <a:xfrm>
            <a:off x="200000" y="2671750"/>
            <a:ext cx="4272000" cy="2271750"/>
          </a:xfrm>
          <a:prstGeom prst="rect">
            <a:avLst/>
          </a:prstGeom>
          <a:solidFill>
            <a:srgbClr val="F0F0F0"/>
          </a:solidFill>
        </p:spPr>
        <p:txBody>
          <a:bodyPr anchor="t"/>
          <a:lstStyle/>
          <a:p>
            <a:pPr lvl="0" marL="342900" indent="-342900">
              <a:buAutoNum type="arabicPeriod"/>
            </a:pPr>
            <a:r>
              <a:rPr lang="en-US" sz="1400">
                <a:solidFill>
                  <a:srgbClr val="333333"/>
                </a:solidFill>
              </a:rPr>
              <a:t>Numbered one</a:t>
            </a:r>
          </a:p>
          <a:p>
            <a:pPr lvl="0" marL="342900" indent="-342900">
              <a:buAutoNum type="arabicPeriod"/>
            </a:pPr>
            <a:r>
              <a:rPr lang="en-US" sz="1400">
                <a:solidFill>
                  <a:srgbClr val="333333"/>
                </a:solidFill>
              </a:rPr>
              <a:t>Numbered two</a:t>
            </a:r>
          </a:p>
          <a:p>
            <a:pPr lvl="0" marL="342900" indent="-342900">
              <a:buAutoNum type="arabicPeriod"/>
            </a:pPr>
            <a:r>
              <a:rPr lang="en-US" sz="1400">
                <a:solidFill>
                  <a:srgbClr val="333333"/>
                </a:solidFill>
              </a:rPr>
              <a:t>Numbered three</a:t>
            </a:r>
          </a:p>
        </p:txBody>
      </p:sp>
      <p:sp>
        <p:nvSpPr>
          <p:cNvPr id="5" name="buAutoNum-alpha"/>
          <p:cNvSpPr/>
          <p:nvPr/>
        </p:nvSpPr>
        <p:spPr>
          <a:xfrm>
            <a:off x="4672000" y="2671750"/>
            <a:ext cx="4272000" cy="2271750"/>
          </a:xfrm>
          <a:prstGeom prst="rect">
            <a:avLst/>
          </a:prstGeom>
          <a:solidFill>
            <a:srgbClr val="F0F0F0"/>
          </a:solidFill>
        </p:spPr>
        <p:txBody>
          <a:bodyPr anchor="t"/>
          <a:lstStyle/>
          <a:p>
            <a:pPr lvl="0" marL="342900" indent="-342900">
              <a:buAutoNum type="alphaLcPeriod"/>
            </a:pPr>
            <a:r>
              <a:rPr lang="en-US" sz="1400">
                <a:solidFill>
                  <a:srgbClr val="333333"/>
                </a:solidFill>
              </a:rPr>
              <a:t>Alpha item</a:t>
            </a:r>
          </a:p>
          <a:p>
            <a:pPr lvl="0" marL="342900" indent="-342900">
              <a:buAutoNum type="alphaLcPeriod"/>
            </a:pPr>
            <a:r>
              <a:rPr lang="en-US" sz="1400">
                <a:solidFill>
                  <a:srgbClr val="333333"/>
                </a:solidFill>
              </a:rPr>
              <a:t>Beta item</a:t>
            </a:r>
          </a:p>
          <a:p>
            <a:pPr lvl="0" marL="342900" indent="-342900">
              <a:buAutoNum type="alphaLcPeriod"/>
            </a:pPr>
            <a:r>
              <a:rPr lang="en-US" sz="1400">
                <a:solidFill>
                  <a:srgbClr val="333333"/>
                </a:solidFill>
              </a:rPr>
              <a:t>Gamma item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uNone"/>
          <p:cNvSpPr/>
          <p:nvPr/>
        </p:nvSpPr>
        <p:spPr>
          <a:xfrm>
            <a:off x="200000" y="200000"/>
            <a:ext cx="4272000" cy="2271750"/>
          </a:xfrm>
          <a:prstGeom prst="rect">
            <a:avLst/>
          </a:prstGeom>
          <a:solidFill>
            <a:srgbClr val="F0F0F0"/>
          </a:solidFill>
        </p:spPr>
        <p:txBody>
          <a:bodyPr anchor="t"/>
          <a:lstStyle/>
          <a:p>
            <a:pPr lvl="0" marL="342900" indent="-342900">
              <a:buNone/>
            </a:pPr>
            <a:r>
              <a:rPr lang="en-US" sz="1400">
                <a:solidFill>
                  <a:srgbClr val="333333"/>
                </a:solidFill>
              </a:rPr>
              <a:t>No bullet here</a:t>
            </a:r>
          </a:p>
          <a:p>
            <a:pPr lvl="0" marL="342900" indent="-342900">
              <a:buNone/>
            </a:pPr>
            <a:r>
              <a:rPr lang="en-US" sz="1400">
                <a:solidFill>
                  <a:srgbClr val="333333"/>
                </a:solidFill>
              </a:rPr>
              <a:t>Also no bullet</a:t>
            </a:r>
          </a:p>
        </p:txBody>
      </p:sp>
      <p:sp>
        <p:nvSpPr>
          <p:cNvPr id="3" name="buFont-custom"/>
          <p:cNvSpPr/>
          <p:nvPr/>
        </p:nvSpPr>
        <p:spPr>
          <a:xfrm>
            <a:off x="4672000" y="200000"/>
            <a:ext cx="4272000" cy="2271750"/>
          </a:xfrm>
          <a:prstGeom prst="rect">
            <a:avLst/>
          </a:prstGeom>
          <a:solidFill>
            <a:srgbClr val="F0F0F0"/>
          </a:solidFill>
        </p:spPr>
        <p:txBody>
          <a:bodyPr anchor="t"/>
          <a:lstStyle/>
          <a:p>
            <a:pPr lvl="0" marL="342900" indent="-342900">
              <a:buFont typeface="Arial"/>
              <a:buChar char="■"/>
            </a:pPr>
            <a:r>
              <a:rPr lang="en-US" sz="1400">
                <a:solidFill>
                  <a:srgbClr val="333333"/>
                </a:solidFill>
              </a:rPr>
              <a:t>Custom font bullet</a:t>
            </a:r>
          </a:p>
          <a:p>
            <a:pPr lvl="0" marL="342900" indent="-342900">
              <a:buFont typeface="Arial"/>
              <a:buChar char="■"/>
            </a:pPr>
            <a:r>
              <a:rPr lang="en-US" sz="1400">
                <a:solidFill>
                  <a:srgbClr val="333333"/>
                </a:solidFill>
              </a:rPr>
              <a:t>Another custom</a:t>
            </a:r>
          </a:p>
        </p:txBody>
      </p:sp>
      <p:sp>
        <p:nvSpPr>
          <p:cNvPr id="4" name="buAutoNum-roman"/>
          <p:cNvSpPr/>
          <p:nvPr/>
        </p:nvSpPr>
        <p:spPr>
          <a:xfrm>
            <a:off x="200000" y="2671750"/>
            <a:ext cx="4272000" cy="2271750"/>
          </a:xfrm>
          <a:prstGeom prst="rect">
            <a:avLst/>
          </a:prstGeom>
          <a:solidFill>
            <a:srgbClr val="F0F0F0"/>
          </a:solidFill>
        </p:spPr>
        <p:txBody>
          <a:bodyPr anchor="t"/>
          <a:lstStyle/>
          <a:p>
            <a:pPr lvl="0" marL="342900" indent="-342900">
              <a:buAutoNum type="romanUcPeriod"/>
            </a:pPr>
            <a:r>
              <a:rPr lang="en-US" sz="1400">
                <a:solidFill>
                  <a:srgbClr val="333333"/>
                </a:solidFill>
              </a:rPr>
              <a:t>Roman one</a:t>
            </a:r>
          </a:p>
          <a:p>
            <a:pPr lvl="0" marL="342900" indent="-342900">
              <a:buAutoNum type="romanUcPeriod"/>
            </a:pPr>
            <a:r>
              <a:rPr lang="en-US" sz="1400">
                <a:solidFill>
                  <a:srgbClr val="333333"/>
                </a:solidFill>
              </a:rPr>
              <a:t>Roman two</a:t>
            </a:r>
          </a:p>
          <a:p>
            <a:pPr lvl="0" marL="342900" indent="-342900">
              <a:buAutoNum type="romanUcPeriod"/>
            </a:pPr>
            <a:r>
              <a:rPr lang="en-US" sz="1400">
                <a:solidFill>
                  <a:srgbClr val="333333"/>
                </a:solidFill>
              </a:rPr>
              <a:t>Roman three</a:t>
            </a:r>
          </a:p>
          <a:p>
            <a:pPr lvl="0" marL="342900" indent="-342900">
              <a:buAutoNum type="romanUcPeriod"/>
            </a:pPr>
            <a:r>
              <a:rPr lang="en-US" sz="1400">
                <a:solidFill>
                  <a:srgbClr val="333333"/>
                </a:solidFill>
              </a:rPr>
              <a:t>Roman four</a:t>
            </a:r>
          </a:p>
        </p:txBody>
      </p:sp>
      <p:sp>
        <p:nvSpPr>
          <p:cNvPr id="5" name="buClr-colored"/>
          <p:cNvSpPr/>
          <p:nvPr/>
        </p:nvSpPr>
        <p:spPr>
          <a:xfrm>
            <a:off x="4672000" y="2671750"/>
            <a:ext cx="4272000" cy="2271750"/>
          </a:xfrm>
          <a:prstGeom prst="rect">
            <a:avLst/>
          </a:prstGeom>
          <a:solidFill>
            <a:srgbClr val="F0F0F0"/>
          </a:solidFill>
        </p:spPr>
        <p:txBody>
          <a:bodyPr anchor="t"/>
          <a:lstStyle/>
          <a:p>
            <a:pPr lvl="0" marL="342900" indent="-342900">
              <a:buClr>
                <a:srgbClr val="FF0000"/>
              </a:buClr>
              <a:buChar char="•"/>
            </a:pPr>
            <a:r>
              <a:rPr lang="en-US" sz="1400">
                <a:solidFill>
                  <a:srgbClr val="333333"/>
                </a:solidFill>
              </a:rPr>
              <a:t>Red bullet</a:t>
            </a:r>
          </a:p>
          <a:p>
            <a:pPr lvl="0" marL="342900" indent="-342900">
              <a:buClr>
                <a:srgbClr val="0000FF"/>
              </a:buClr>
              <a:buChar char="•"/>
            </a:pPr>
            <a:r>
              <a:rPr lang="en-US" sz="1400">
                <a:solidFill>
                  <a:srgbClr val="333333"/>
                </a:solidFill>
              </a:rPr>
              <a:t>Blue bullet</a:t>
            </a:r>
          </a:p>
          <a:p>
            <a:pPr lvl="0" marL="342900" indent="-342900">
              <a:buClr>
                <a:srgbClr val="00AA00"/>
              </a:buClr>
              <a:buChar char="•"/>
            </a:pPr>
            <a:r>
              <a:rPr lang="en-US" sz="1400">
                <a:solidFill>
                  <a:srgbClr val="333333"/>
                </a:solidFill>
              </a:rPr>
              <a:t>Green bullet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/>
  </a:themeElements>
</a:theme>
</file>