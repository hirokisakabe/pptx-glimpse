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200000" y="200000"/>
            <a:ext cx="1588800" cy="227175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ellipse"/>
          <p:cNvSpPr/>
          <p:nvPr/>
        </p:nvSpPr>
        <p:spPr>
          <a:xfrm>
            <a:off x="1988800" y="200000"/>
            <a:ext cx="1588800" cy="227175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roundRect"/>
          <p:cNvSpPr/>
          <p:nvPr/>
        </p:nvSpPr>
        <p:spPr>
          <a:xfrm>
            <a:off x="3777600" y="200000"/>
            <a:ext cx="1588800" cy="227175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triangle"/>
          <p:cNvSpPr/>
          <p:nvPr/>
        </p:nvSpPr>
        <p:spPr>
          <a:xfrm>
            <a:off x="5566400" y="200000"/>
            <a:ext cx="1588800" cy="2271750"/>
          </a:xfrm>
          <a:prstGeom prst="triangle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rtTriangle"/>
          <p:cNvSpPr/>
          <p:nvPr/>
        </p:nvSpPr>
        <p:spPr>
          <a:xfrm>
            <a:off x="7355200" y="200000"/>
            <a:ext cx="1588800" cy="2271750"/>
          </a:xfrm>
          <a:prstGeom prst="rtTriangle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diamond"/>
          <p:cNvSpPr/>
          <p:nvPr/>
        </p:nvSpPr>
        <p:spPr>
          <a:xfrm>
            <a:off x="200000" y="2671750"/>
            <a:ext cx="1588800" cy="2271750"/>
          </a:xfrm>
          <a:prstGeom prst="diamond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parallelogram"/>
          <p:cNvSpPr/>
          <p:nvPr/>
        </p:nvSpPr>
        <p:spPr>
          <a:xfrm>
            <a:off x="1988800" y="2671750"/>
            <a:ext cx="1588800" cy="2271750"/>
          </a:xfrm>
          <a:prstGeom prst="parallelogram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trapezoid"/>
          <p:cNvSpPr/>
          <p:nvPr/>
        </p:nvSpPr>
        <p:spPr>
          <a:xfrm>
            <a:off x="3777600" y="2671750"/>
            <a:ext cx="1588800" cy="2271750"/>
          </a:xfrm>
          <a:prstGeom prst="trapezoid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pentagon"/>
          <p:cNvSpPr/>
          <p:nvPr/>
        </p:nvSpPr>
        <p:spPr>
          <a:xfrm>
            <a:off x="5566400" y="2671750"/>
            <a:ext cx="1588800" cy="2271750"/>
          </a:xfrm>
          <a:prstGeom prst="pentagon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hexagon"/>
          <p:cNvSpPr/>
          <p:nvPr/>
        </p:nvSpPr>
        <p:spPr>
          <a:xfrm>
            <a:off x="7355200" y="2671750"/>
            <a:ext cx="1588800" cy="2271750"/>
          </a:xfrm>
          <a:prstGeom prst="hexagon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4"/>
          <p:cNvSpPr/>
          <p:nvPr/>
        </p:nvSpPr>
        <p:spPr>
          <a:xfrm>
            <a:off x="200000" y="200000"/>
            <a:ext cx="1588800" cy="2271750"/>
          </a:xfrm>
          <a:prstGeom prst="star4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star5"/>
          <p:cNvSpPr/>
          <p:nvPr/>
        </p:nvSpPr>
        <p:spPr>
          <a:xfrm>
            <a:off x="1988800" y="200000"/>
            <a:ext cx="1588800" cy="2271750"/>
          </a:xfrm>
          <a:prstGeom prst="star5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rightArrow"/>
          <p:cNvSpPr/>
          <p:nvPr/>
        </p:nvSpPr>
        <p:spPr>
          <a:xfrm>
            <a:off x="3777600" y="200000"/>
            <a:ext cx="1588800" cy="227175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leftArrow"/>
          <p:cNvSpPr/>
          <p:nvPr/>
        </p:nvSpPr>
        <p:spPr>
          <a:xfrm>
            <a:off x="5566400" y="200000"/>
            <a:ext cx="1588800" cy="2271750"/>
          </a:xfrm>
          <a:prstGeom prst="leftArrow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upArrow"/>
          <p:cNvSpPr/>
          <p:nvPr/>
        </p:nvSpPr>
        <p:spPr>
          <a:xfrm>
            <a:off x="7355200" y="200000"/>
            <a:ext cx="1588800" cy="2271750"/>
          </a:xfrm>
          <a:prstGeom prst="upArrow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downArrow"/>
          <p:cNvSpPr/>
          <p:nvPr/>
        </p:nvSpPr>
        <p:spPr>
          <a:xfrm>
            <a:off x="200000" y="2671750"/>
            <a:ext cx="1588800" cy="2271750"/>
          </a:xfrm>
          <a:prstGeom prst="downArrow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line"/>
          <p:cNvSpPr/>
          <p:nvPr/>
        </p:nvSpPr>
        <p:spPr>
          <a:xfrm>
            <a:off x="1988800" y="2671750"/>
            <a:ext cx="1588800" cy="2271750"/>
          </a:xfrm>
          <a:prstGeom prst="line">
            <a:avLst/>
          </a:prstGeom>
          <a:solidFill>
            <a:srgbClr val="FF6384"/>
          </a:solidFill>
          <a:ln w="25400">
            <a:solidFill>
              <a:srgbClr val="333333"/>
            </a:solidFill>
          </a:ln>
        </p:spPr>
      </p:sp>
      <p:sp>
        <p:nvSpPr>
          <p:cNvPr id="9" name="cloud"/>
          <p:cNvSpPr/>
          <p:nvPr/>
        </p:nvSpPr>
        <p:spPr>
          <a:xfrm>
            <a:off x="3777600" y="2671750"/>
            <a:ext cx="1588800" cy="2271750"/>
          </a:xfrm>
          <a:prstGeom prst="cloud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heart"/>
          <p:cNvSpPr/>
          <p:nvPr/>
        </p:nvSpPr>
        <p:spPr>
          <a:xfrm>
            <a:off x="5566400" y="2671750"/>
            <a:ext cx="1588800" cy="2271750"/>
          </a:xfrm>
          <a:prstGeom prst="heart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