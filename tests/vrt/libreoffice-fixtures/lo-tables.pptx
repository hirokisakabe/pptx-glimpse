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7315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Liberation Sans"/>
                        </a:rPr>
                        <a:t>Name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Liberation Sans"/>
                        </a:rPr>
                        <a:t>Category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Liberation Sans"/>
                        </a:rP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Alpha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Type 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Type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Gamma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Type 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Liberation Sans"/>
                        </a:rPr>
                        <a:t>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