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2560320" cy="2011680"/>
          </a:xfrm>
          <a:prstGeom prst="roundRect">
            <a:avLst/>
          </a:prstGeom>
          <a:gradFill>
            <a:gsLst>
              <a:gs pos="0">
                <a:srgbClr val="4472C4"/>
              </a:gs>
              <a:gs pos="100000">
                <a:srgbClr val="ED7D31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74320"/>
            <a:ext cx="2560320" cy="2011680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FFF0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26480" y="274320"/>
            <a:ext cx="2560320" cy="2011680"/>
          </a:xfrm>
          <a:prstGeom prst="roundRect">
            <a:avLst/>
          </a:prstGeom>
          <a:gradFill>
            <a:gsLst>
              <a:gs pos="0">
                <a:srgbClr val="70AD47"/>
              </a:gs>
              <a:gs pos="100000">
                <a:srgbClr val="7030A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651760"/>
            <a:ext cx="2560320" cy="2011680"/>
          </a:xfrm>
          <a:prstGeom prst="rect">
            <a:avLst/>
          </a:prstGeom>
          <a:gradFill>
            <a:gsLst>
              <a:gs pos="0">
                <a:srgbClr val="FF0000"/>
              </a:gs>
              <a:gs pos="50000">
                <a:srgbClr val="FFFFFF"/>
              </a:gs>
              <a:gs pos="100000">
                <a:srgbClr val="4472C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2651760"/>
            <a:ext cx="2560320" cy="2011680"/>
          </a:xfrm>
          <a:prstGeom prst="ellipse">
            <a:avLst/>
          </a:prstGeom>
          <a:gradFill>
            <a:gsLst>
              <a:gs pos="0">
                <a:srgbClr val="5B9BD5"/>
              </a:gs>
              <a:gs pos="100000">
                <a:srgbClr val="FFC000"/>
              </a:gs>
            </a:gsLst>
            <a:lin ang="0" scaled="1"/>
          </a:gra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6126480" y="2651760"/>
            <a:ext cx="2560320" cy="2011680"/>
          </a:xfrm>
          <a:prstGeom prst="diamond">
            <a:avLst/>
          </a:prstGeom>
          <a:gradFill>
            <a:gsLst>
              <a:gs pos="0">
                <a:srgbClr val="000000"/>
              </a:gs>
              <a:gs pos="100000">
                <a:srgbClr val="80808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