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4023360" cy="12801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latin typeface="Liberation Sans"/>
              </a:rPr>
              <a:t>Bold 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74320"/>
            <a:ext cx="4023360" cy="12801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i="1">
                <a:latin typeface="Liberation Sans"/>
              </a:rPr>
              <a:t>Italic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0"/>
            <a:ext cx="4023360" cy="12801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>
                <a:latin typeface="Liberation Sans"/>
              </a:rPr>
              <a:t>Large 36pt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828800"/>
            <a:ext cx="4023360" cy="12801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FF0000"/>
                </a:solidFill>
                <a:latin typeface="Liberation Sans"/>
              </a:rPr>
              <a:t>Red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383279"/>
            <a:ext cx="4023360" cy="12801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latin typeface="Liberation Sans"/>
              </a:rPr>
              <a:t>Center Aligned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383279"/>
            <a:ext cx="4023360" cy="12801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2400">
                <a:latin typeface="Liberation Sans"/>
              </a:rPr>
              <a:t>Right Aligned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