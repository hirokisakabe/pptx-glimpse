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2560320" cy="20116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u="sng">
                <a:latin typeface="Liberation Sans"/>
              </a:rPr>
              <a:t>Underline 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274320"/>
            <a:ext cx="2560320" cy="20116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strike="sngStrike">
                <a:latin typeface="Liberation Sans"/>
              </a:rPr>
              <a:t>Strikethrough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0" y="274320"/>
            <a:ext cx="2560320" cy="20116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u="sng">
                <a:latin typeface="Liberation Sans"/>
              </a:rPr>
              <a:t>Bold + Underline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651760"/>
            <a:ext cx="2560320" cy="20116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i="1" strike="sngStrike">
                <a:latin typeface="Liberation Sans"/>
              </a:rPr>
              <a:t>Italic + Strike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51760"/>
            <a:ext cx="2560320" cy="20116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>
                <a:latin typeface="Liberation Sans"/>
              </a:rPr>
              <a:t>Line 1</a:t>
            </a:r>
          </a:p>
          <a:p>
            <a:r>
              <a:rPr sz="1800">
                <a:latin typeface="Liberation Sans"/>
              </a:rPr>
              <a:t>Line 2</a:t>
            </a:r>
          </a:p>
          <a:p>
            <a:r>
              <a:rPr sz="1800">
                <a:latin typeface="Liberation Sans"/>
              </a:rPr>
              <a:t>Line 3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2651760"/>
            <a:ext cx="2560320" cy="20116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>
                <a:latin typeface="Liberation Sans"/>
              </a:rPr>
              <a:t>Normal</a:t>
            </a:r>
            <a:r>
              <a:rPr sz="2000" baseline="30000">
                <a:latin typeface="Liberation Sans"/>
              </a:rPr>
              <a:t>super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