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3200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latin typeface="Liberation Sans"/>
              </a:rPr>
              <a:t>White Box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0" y="914400"/>
            <a:ext cx="3200400" cy="1371600"/>
          </a:xfrm>
          <a:prstGeom prst="roundRect">
            <a:avLst/>
          </a:prstGeom>
          <a:solidFill>
            <a:srgbClr val="FFCE5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latin typeface="Liberation Sans"/>
              </a:rPr>
              <a:t>Yellow Box</a:t>
            </a:r>
          </a:p>
        </p:txBody>
      </p:sp>
      <p:sp>
        <p:nvSpPr>
          <p:cNvPr id="4" name="Oval 3"/>
          <p:cNvSpPr/>
          <p:nvPr/>
        </p:nvSpPr>
        <p:spPr>
          <a:xfrm>
            <a:off x="2286000" y="2743200"/>
            <a:ext cx="4572000" cy="1645920"/>
          </a:xfrm>
          <a:prstGeom prst="ellipse">
            <a:avLst/>
          </a:prstGeom>
          <a:noFill/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