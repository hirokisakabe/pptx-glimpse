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irokisakabe/p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7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pom-md Feature Showcase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This is a 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paragraph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demonstrating inline formatting: 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bold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pPr algn="l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italic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and 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bold italic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text.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00175"/>
            <a:ext cx="1127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 can also add </a:t>
            </a:r>
            <a:pPr algn="l" indent="0" marL="0">
              <a:lnSpc>
                <a:spcPct val="13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links</a:t>
            </a:r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inline.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2026-04-04T13:56:20Z</dcterms:created>
  <dcterms:modified xsi:type="dcterms:W3CDTF">2026-04-04T13:56:20Z</dcterms:modified>
</cp:coreProperties>
</file>