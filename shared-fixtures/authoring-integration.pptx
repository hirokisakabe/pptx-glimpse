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app.xml" ContentType="application/vnd.openxmlformats-officedocument.extended-properties+xml"/>
  <Override PartName="/docProps/core.xml" ContentType="application/vnd.openxmlformats-package.core-properties+xml"/>
  <Override PartName="/ppt/embeddings/Microsoft_Excel_Worksheet1.xlsx" ContentType="application/vnd.openxmlformats-officedocument.spreadsheetml.sheet"/>
  <Override PartName="/ppt/charts/chart1.xml" ContentType="application/vnd.openxmlformats-officedocument.drawingml.chart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</p:defaultTextStyle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charts/_rels/chart1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/>
          <a:lstStyle/>
          <a:p>
            <a:r>
              <a:rPr lang="en-US"/>
              <a:t>Chart contract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Coverage</c:v>
                </c:pt>
              </c:strCache>
            </c:strRef>
          </c:tx>
          <c:spPr>
            <a:solidFill>
              <a:srgbClr val="F97316"/>
            </a:solidFill>
            <a:ln>
              <a:solidFill>
                <a:srgbClr val="F97316"/>
              </a:solidFill>
            </a:ln>
          </c:spPr>
          <c:cat>
            <c:strRef>
              <c:f>Sheet1!$A$2:$A$4</c:f>
              <c:strCache>
                <c:ptCount val="3"/>
                <c:pt idx="0">
                  <c:v>Reader</c:v>
                </c:pt>
                <c:pt idx="1">
                  <c:v>Writer</c:v>
                </c:pt>
                <c:pt idx="2">
                  <c:v>Renderer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</c:v>
                </c:pt>
                <c:pt idx="1">
                  <c:v>4</c:v>
                </c:pt>
                <c:pt idx="2">
                  <c:v>5</c:v>
                </c:pt>
              </c:numCache>
            </c:numRef>
          </c:val>
        </c:ser>
        <c:axId val="100002"/>
        <c:axId val="100003"/>
      </c:barChart>
      <c:catAx>
        <c:axId val="10000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crossAx val="100003"/>
        <c:crosses val="autoZero"/>
        <c:auto val="1"/>
        <c:lblAlgn val="ctr"/>
        <c:lblOffset val="100"/>
      </c:catAx>
      <c:valAx>
        <c:axId val="100003"/>
        <c:scaling>
          <c:orientation val="minMax"/>
        </c:scaling>
        <c:delete val="0"/>
        <c:axPos val="l"/>
        <c:majorGridlines/>
        <c:numFmt formatCode="General" sourceLinked="1"/>
        <c:majorTickMark val="none"/>
        <c:minorTickMark val="none"/>
        <c:tickLblPos val="nextTo"/>
        <c:crossAx val="100002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  <c:showDLblsOverMax val="0"/>
  </c:chart>
  <c:externalData r:id="rId1">
    <c:autoUpdate val="0"/>
  </c:externalData>
</c:chartSpace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uthoring Contract Layout"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Layout contract text"/>
          <p:cNvSpPr txBox="1"/>
          <p:nvPr/>
        </p:nvSpPr>
        <p:spPr>
          <a:xfrm>
            <a:off x="6500000" y="120000"/>
            <a:ext cx="22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t>LAYOUT CONTRACT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Authoring Contract Master">
    <p:bg>
      <p:bgPr>
        <a:solidFill>
          <a:srgbClr val="F1F5F9"/>
        </a:solidFill>
        <a:effectLst/>
      </p:bgPr>
    </p:bg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Master contract text"/>
          <p:cNvSpPr txBox="1"/>
          <p:nvPr/>
        </p:nvSpPr>
        <p:spPr>
          <a:xfrm>
            <a:off x="300000" y="120000"/>
            <a:ext cx="26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t>MASTER CONTRACT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ED"/>
        </a:solidFill>
        <a:effectLst/>
      </p:bgPr>
    </p:bg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Fixture title"/>
          <p:cNvSpPr txBox="1"/>
          <p:nvPr/>
        </p:nvSpPr>
        <p:spPr>
          <a:xfrm>
            <a:off x="450000" y="550000"/>
            <a:ext cx="5000000" cy="550000"/>
          </a:xfrm>
          <a:prstGeom prst="rect">
            <a:avLst/>
          </a:prstGeom>
          <a:noFill/>
          <a:ln>
            <a:noFill/>
          </a:ln>
        </p:spPr>
        <p:txBody>
          <a:bodyPr wrap="square" lIns="120000" rIns="120000" tIns="80000" bIns="80000"/>
          <a:lstStyle/>
          <a:p>
            <a:r>
              <a:t>Authoring integration fixture</a:t>
            </a:r>
            <a:endParaRPr/>
          </a:p>
        </p:txBody>
      </p:sp>
      <p:sp>
        <p:nvSpPr>
          <p:cNvPr id="2" name="Contract shape"/>
          <p:cNvSpPr/>
          <p:nvPr/>
        </p:nvSpPr>
        <p:spPr>
          <a:xfrm>
            <a:off x="600000" y="1400000"/>
            <a:ext cx="2200000" cy="900000"/>
          </a:xfrm>
          <a:prstGeom prst="roundRect">
            <a:avLst/>
          </a:prstGeom>
          <a:solidFill>
            <a:srgbClr val="2563EB"/>
          </a:solidFill>
          <a:ln w="18000">
            <a:solidFill>
              <a:srgbClr val="1E3A8A"/>
            </a:solidFill>
          </a:ln>
        </p:spPr>
        <p:txBody>
          <a:bodyPr wrap="square" lIns="120000" rIns="120000" tIns="80000" bIns="80000"/>
          <a:lstStyle/>
          <a:p>
            <a:r>
              <a:t>Shape contract</a:t>
            </a:r>
            <a:endParaRPr/>
          </a:p>
        </p:txBody>
      </p:sp>
      <p:pic>
        <p:nvPicPr>
          <p:cNvPr id="3" name="Contract picture"/>
          <p:cNvPicPr/>
          <p:nvPr/>
        </p:nvPicPr>
        <p:blipFill>
          <a:blip r:embed="rId2"/>
          <a:stretch>
            <a:fillRect/>
          </a:stretch>
        </p:blipFill>
        <p:spPr>
          <a:xfrm>
            <a:off x="3300000" y="1400000"/>
            <a:ext cx="900000" cy="900000"/>
          </a:xfrm>
          <a:prstGeom prst="rect">
            <a:avLst/>
          </a:prstGeom>
        </p:spPr>
      </p:pic>
      <p:cxnSp>
        <p:nvCxnSpPr>
          <p:cNvPr id="4" name="Contract connector"/>
          <p:cNvCxnSpPr>
            <a:stCxn id="2" idx="1"/>
            <a:endCxn id="1" idx="3"/>
          </p:cNvCxnSpPr>
          <p:nvPr/>
        </p:nvCxnSpPr>
        <p:spPr>
          <a:xfrm>
            <a:off x="2800000" y="1800000"/>
            <a:ext cx="500000" cy="100000"/>
          </a:xfrm>
          <a:prstGeom prst="straightConnector1">
            <a:avLst/>
          </a:prstGeom>
          <a:ln>
            <a:solidFill>
              <a:srgbClr val="000000"/>
            </a:solidFill>
            <a:tailEnd type="triangle" w="sm" len="sm"/>
          </a:ln>
        </p:spPr>
      </p:cxnSp>
      <p:graphicFrame>
        <p:nvGraphicFramePr>
          <p:cNvPr id="5" name="Contract table"/>
          <p:cNvGraphicFramePr/>
          <p:nvPr/>
        </p:nvGraphicFramePr>
        <p:xfrm>
          <a:off x="500000" y="2800000"/>
          <a:ext cx="3800000" cy="13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0000"/>
                <a:gridCol w="1900000"/>
              </a:tblGrid>
              <a:tr h="650000">
                <a:tc>
                  <a:txBody>
                    <a:bodyPr anchor="t"/>
                    <a:lstStyle/>
                    <a:p>
                      <a:r>
                        <a:t>Table contract</a:t>
                      </a:r>
                      <a:endParaRPr/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 anchor="t"/>
                    <a:lstStyle/>
                    <a:p>
                      <a:r>
                        <a:t>Value</a:t>
                      </a:r>
                      <a:endParaRPr/>
                    </a:p>
                  </a:txBody>
                  <a:tcPr>
                    <a:solidFill>
                      <a:srgbClr val="DBEAFE"/>
                    </a:solidFill>
                  </a:tcPr>
                </a:tc>
              </a:tr>
              <a:tr h="650000">
                <a:tc>
                  <a:txBody>
                    <a:bodyPr anchor="t"/>
                    <a:lstStyle/>
                    <a:p>
                      <a:r>
                        <a:t>Reader</a:t>
                      </a:r>
                      <a:endParaRPr/>
                    </a:p>
                  </a:txBody>
                  <a:tcPr/>
                </a:tc>
                <a:tc>
                  <a:txBody>
                    <a:bodyPr anchor="t"/>
                    <a:lstStyle/>
                    <a:p>
                      <a:r>
                        <a:t>Writer</a:t>
                      </a:r>
                      <a:endParaRPr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Contract chart"/>
          <p:cNvGraphicFramePr/>
          <p:nvPr/>
        </p:nvGraphicFramePr>
        <p:xfrm>
          <a:off x="4700000" y="1200000"/>
          <a:ext cx="3800000" cy="29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pptx-glimpse</Application>
  <PresentationFormat>On-screen Show (16:9)</PresentationFormat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pptx-glimpse</dc:creator>
  <cp:lastModifiedBy>pptx-glimpse</cp:lastModifiedBy>
</cp:coreProperties>
</file>