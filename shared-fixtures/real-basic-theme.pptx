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Raleway"/>
      <p:regular r:id="rId9"/>
      <p:bold r:id="rId10"/>
      <p:italic r:id="rId11"/>
      <p:boldItalic r:id="rId12"/>
    </p:embeddedFon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98CDD0-A2AB-4776-9A92-BCB6353A44E2}">
  <a:tblStyle styleId="{D198CDD0-A2AB-4776-9A92-BCB6353A44E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italic.fntdata"/><Relationship Id="rId10" Type="http://schemas.openxmlformats.org/officeDocument/2006/relationships/font" Target="fonts/Raleway-bold.fntdata"/><Relationship Id="rId13" Type="http://schemas.openxmlformats.org/officeDocument/2006/relationships/font" Target="fonts/Lato-regular.fntdata"/><Relationship Id="rId12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aleway-regular.fntdata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eadfc946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eadfc946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たいとる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さぶたいとる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たいとる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ほんぶん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ja"/>
              <a:t>かじょうがき１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ja"/>
              <a:t>かじょうがき２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ja"/>
              <a:t>かじょうがき３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4384800" y="1612800"/>
            <a:ext cx="2008800" cy="122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6681600" y="2340000"/>
            <a:ext cx="1620000" cy="1303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523200" y="993600"/>
            <a:ext cx="1569600" cy="102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97" name="Google Shape;97;p14"/>
          <p:cNvGraphicFramePr/>
          <p:nvPr/>
        </p:nvGraphicFramePr>
        <p:xfrm>
          <a:off x="218100" y="377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{D198CDD0-A2AB-4776-9A92-BCB6353A44E2}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てーぶる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てーぶる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てーぶる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てーぶる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てーぶる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"/>
                        <a:t>てーぶる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500" y="2215600"/>
            <a:ext cx="1201300" cy="12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