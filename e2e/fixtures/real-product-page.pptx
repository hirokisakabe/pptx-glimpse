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0" y="457200"/>
            <a:ext cx="1714500" cy="304800"/>
          </a:xfrm>
          <a:prstGeom prst="round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NEW RELEASE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42975" y="914400"/>
            <a:ext cx="103060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Next Generation of Workflow Automation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590800" y="1657350"/>
            <a:ext cx="701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Automate complex processes and unlock your team’s full productivity.</a:t>
            </a:r>
            <a:endParaRPr lang="en-US" sz="13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    From onboarding to daily operations, our experts support you every step of the way.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486025"/>
            <a:ext cx="3495675" cy="2143125"/>
          </a:xfrm>
          <a:prstGeom prst="roundRect">
            <a:avLst>
              <a:gd name="adj" fmla="val 6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2000" y="2790825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4F46E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400425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Blazing Fast 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3800475"/>
            <a:ext cx="28765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Powered by our proprietary engine, the platform delivers processing speeds up to 5x faster than traditional tools.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81475" y="2486025"/>
            <a:ext cx="3495675" cy="2143125"/>
          </a:xfrm>
          <a:prstGeom prst="roundRect">
            <a:avLst>
              <a:gd name="adj" fmla="val 6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6275" y="2790825"/>
            <a:ext cx="457200" cy="457200"/>
          </a:xfrm>
          <a:prstGeom prst="ellipse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6275" y="3400425"/>
            <a:ext cx="2533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Enterprise-Grade Security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6275" y="3800475"/>
            <a:ext cx="25812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Built with financial-grade encryption by default, so your most critical data stays protected at all times.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05750" y="2486025"/>
            <a:ext cx="3495675" cy="2143125"/>
          </a:xfrm>
          <a:prstGeom prst="roundRect">
            <a:avLst>
              <a:gd name="adj" fmla="val 6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10550" y="2790825"/>
            <a:ext cx="457200" cy="457200"/>
          </a:xfrm>
          <a:prstGeom prst="ellipse">
            <a:avLst/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9770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10550" y="3400425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Works Across Every Device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10550" y="3800475"/>
            <a:ext cx="29241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Access your workflows from desktop, mobile, or tablet—wherever work happens, your platform is ready.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5010150"/>
            <a:ext cx="11277600" cy="1390650"/>
          </a:xfrm>
          <a:prstGeom prst="roundRect">
            <a:avLst>
              <a:gd name="adj" fmla="val 14412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" y="5391150"/>
            <a:ext cx="631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Start with a Free Trial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200" y="5762625"/>
            <a:ext cx="6315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Try every feature free for 14 days—no commitment required.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67800" y="5391150"/>
            <a:ext cx="2286000" cy="533400"/>
          </a:xfrm>
          <a:prstGeom prst="round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Get Started Free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2026-03-07T08:01:52Z</dcterms:created>
  <dcterms:modified xsi:type="dcterms:W3CDTF">2026-03-07T08:01:52Z</dcterms:modified>
</cp:coreProperties>
</file>